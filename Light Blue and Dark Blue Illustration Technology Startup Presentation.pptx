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18288000" cy="10287000"/>
  <p:notesSz cx="6858000" cy="9144000"/>
  <p:embeddedFontLst>
    <p:embeddedFont>
      <p:font typeface="Proxima Nova Bold" charset="1" panose="02000506030000020004"/>
      <p:regular r:id="rId23"/>
    </p:embeddedFont>
    <p:embeddedFont>
      <p:font typeface="Proxima Nova" charset="1" panose="02000506030000020004"/>
      <p:regular r:id="rId24"/>
    </p:embeddedFont>
    <p:embeddedFont>
      <p:font typeface="Proxima Nova Italics" charset="1" panose="02000506030000020004"/>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11" Target="../media/image16.svg" Type="http://schemas.openxmlformats.org/officeDocument/2006/relationships/image"/><Relationship Id="rId2" Target="../media/image11.png" Type="http://schemas.openxmlformats.org/officeDocument/2006/relationships/image"/><Relationship Id="rId3" Target="../media/image1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png" Type="http://schemas.openxmlformats.org/officeDocument/2006/relationships/image"/><Relationship Id="rId11" Target="../media/image24.svg" Type="http://schemas.openxmlformats.org/officeDocument/2006/relationships/image"/><Relationship Id="rId12" Target="../media/image7.png" Type="http://schemas.openxmlformats.org/officeDocument/2006/relationships/image"/><Relationship Id="rId13" Target="../media/image8.svg" Type="http://schemas.openxmlformats.org/officeDocument/2006/relationships/image"/><Relationship Id="rId2" Target="../media/image17.png" Type="http://schemas.openxmlformats.org/officeDocument/2006/relationships/image"/><Relationship Id="rId3" Target="../media/image18.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21.png" Type="http://schemas.openxmlformats.org/officeDocument/2006/relationships/image"/><Relationship Id="rId9" Target="../media/image2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2.svg" Type="http://schemas.openxmlformats.org/officeDocument/2006/relationships/image"/><Relationship Id="rId11" Target="../media/image28.png" Type="http://schemas.openxmlformats.org/officeDocument/2006/relationships/image"/><Relationship Id="rId12" Target="../media/image29.svg" Type="http://schemas.openxmlformats.org/officeDocument/2006/relationships/image"/><Relationship Id="rId2" Target="../media/image25.png" Type="http://schemas.openxmlformats.org/officeDocument/2006/relationships/image"/><Relationship Id="rId3" Target="../media/image26.png" Type="http://schemas.openxmlformats.org/officeDocument/2006/relationships/image"/><Relationship Id="rId4" Target="../media/image27.png" Type="http://schemas.openxmlformats.org/officeDocument/2006/relationships/image"/><Relationship Id="rId5" Target="../media/image1.png" Type="http://schemas.openxmlformats.org/officeDocument/2006/relationships/image"/><Relationship Id="rId6" Target="../media/image2.svg" Type="http://schemas.openxmlformats.org/officeDocument/2006/relationships/image"/><Relationship Id="rId7" Target="../media/image3.png" Type="http://schemas.openxmlformats.org/officeDocument/2006/relationships/image"/><Relationship Id="rId8" Target="../media/image4.svg" Type="http://schemas.openxmlformats.org/officeDocument/2006/relationships/image"/><Relationship Id="rId9" Target="../media/image2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png" Type="http://schemas.openxmlformats.org/officeDocument/2006/relationships/image"/><Relationship Id="rId11" Target="../media/image6.svg" Type="http://schemas.openxmlformats.org/officeDocument/2006/relationships/image"/><Relationship Id="rId2" Target="../media/image30.png" Type="http://schemas.openxmlformats.org/officeDocument/2006/relationships/image"/><Relationship Id="rId3" Target="../media/image31.svg" Type="http://schemas.openxmlformats.org/officeDocument/2006/relationships/image"/><Relationship Id="rId4" Target="../media/image32.png" Type="http://schemas.openxmlformats.org/officeDocument/2006/relationships/image"/><Relationship Id="rId5" Target="../media/image33.svg" Type="http://schemas.openxmlformats.org/officeDocument/2006/relationships/image"/><Relationship Id="rId6" Target="../media/image19.png" Type="http://schemas.openxmlformats.org/officeDocument/2006/relationships/image"/><Relationship Id="rId7" Target="../media/image20.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2.png" Type="http://schemas.openxmlformats.org/officeDocument/2006/relationships/image"/><Relationship Id="rId11" Target="../media/image33.svg" Type="http://schemas.openxmlformats.org/officeDocument/2006/relationships/image"/><Relationship Id="rId2" Target="../media/image11.png" Type="http://schemas.openxmlformats.org/officeDocument/2006/relationships/image"/><Relationship Id="rId3" Target="../media/image1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png" Type="http://schemas.openxmlformats.org/officeDocument/2006/relationships/image"/><Relationship Id="rId11" Target="../media/image24.svg" Type="http://schemas.openxmlformats.org/officeDocument/2006/relationships/image"/><Relationship Id="rId12" Target="../media/image28.png" Type="http://schemas.openxmlformats.org/officeDocument/2006/relationships/image"/><Relationship Id="rId13" Target="../media/image29.svg" Type="http://schemas.openxmlformats.org/officeDocument/2006/relationships/image"/><Relationship Id="rId2" Target="../media/image17.png" Type="http://schemas.openxmlformats.org/officeDocument/2006/relationships/image"/><Relationship Id="rId3" Target="../media/image18.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21.png" Type="http://schemas.openxmlformats.org/officeDocument/2006/relationships/image"/><Relationship Id="rId9" Target="../media/image22.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8.png" Type="http://schemas.openxmlformats.org/officeDocument/2006/relationships/image"/><Relationship Id="rId11" Target="../media/image29.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34.png" Type="http://schemas.openxmlformats.org/officeDocument/2006/relationships/image"/><Relationship Id="rId7" Target="../media/image35.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 Id="rId3" Target="../media/image31.svg" Type="http://schemas.openxmlformats.org/officeDocument/2006/relationships/image"/><Relationship Id="rId4" Target="../media/image32.png" Type="http://schemas.openxmlformats.org/officeDocument/2006/relationships/image"/><Relationship Id="rId5" Target="../media/image33.svg" Type="http://schemas.openxmlformats.org/officeDocument/2006/relationships/image"/><Relationship Id="rId6" Target="../media/image19.png" Type="http://schemas.openxmlformats.org/officeDocument/2006/relationships/image"/><Relationship Id="rId7" Target="../media/image20.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11" Target="../media/image16.svg" Type="http://schemas.openxmlformats.org/officeDocument/2006/relationships/image"/><Relationship Id="rId2" Target="../media/image11.png" Type="http://schemas.openxmlformats.org/officeDocument/2006/relationships/image"/><Relationship Id="rId3" Target="../media/image1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png" Type="http://schemas.openxmlformats.org/officeDocument/2006/relationships/image"/><Relationship Id="rId11" Target="../media/image24.svg" Type="http://schemas.openxmlformats.org/officeDocument/2006/relationships/image"/><Relationship Id="rId12" Target="../media/image7.png" Type="http://schemas.openxmlformats.org/officeDocument/2006/relationships/image"/><Relationship Id="rId13" Target="../media/image8.svg" Type="http://schemas.openxmlformats.org/officeDocument/2006/relationships/image"/><Relationship Id="rId14" Target="../media/image28.png" Type="http://schemas.openxmlformats.org/officeDocument/2006/relationships/image"/><Relationship Id="rId15" Target="../media/image29.svg" Type="http://schemas.openxmlformats.org/officeDocument/2006/relationships/image"/><Relationship Id="rId2" Target="../media/image17.png" Type="http://schemas.openxmlformats.org/officeDocument/2006/relationships/image"/><Relationship Id="rId3" Target="../media/image18.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21.png" Type="http://schemas.openxmlformats.org/officeDocument/2006/relationships/image"/><Relationship Id="rId9" Target="../media/image22.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2" Target="../media/image30.png" Type="http://schemas.openxmlformats.org/officeDocument/2006/relationships/image"/><Relationship Id="rId3" Target="../media/image31.svg" Type="http://schemas.openxmlformats.org/officeDocument/2006/relationships/image"/><Relationship Id="rId4" Target="../media/image32.png" Type="http://schemas.openxmlformats.org/officeDocument/2006/relationships/image"/><Relationship Id="rId5" Target="../media/image33.svg" Type="http://schemas.openxmlformats.org/officeDocument/2006/relationships/image"/><Relationship Id="rId6" Target="../media/image19.png" Type="http://schemas.openxmlformats.org/officeDocument/2006/relationships/image"/><Relationship Id="rId7" Target="../media/image20.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34.png" Type="http://schemas.openxmlformats.org/officeDocument/2006/relationships/image"/><Relationship Id="rId9" Target="../media/image35.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png" Type="http://schemas.openxmlformats.org/officeDocument/2006/relationships/image"/><Relationship Id="rId11" Target="../media/image6.svg" Type="http://schemas.openxmlformats.org/officeDocument/2006/relationships/image"/><Relationship Id="rId12" Target="../media/image21.png" Type="http://schemas.openxmlformats.org/officeDocument/2006/relationships/image"/><Relationship Id="rId13" Target="../media/image22.svg" Type="http://schemas.openxmlformats.org/officeDocument/2006/relationships/image"/><Relationship Id="rId14" Target="../media/image7.png" Type="http://schemas.openxmlformats.org/officeDocument/2006/relationships/image"/><Relationship Id="rId15" Target="../media/image8.svg" Type="http://schemas.openxmlformats.org/officeDocument/2006/relationships/image"/><Relationship Id="rId2" Target="../media/image30.png" Type="http://schemas.openxmlformats.org/officeDocument/2006/relationships/image"/><Relationship Id="rId3" Target="../media/image31.svg" Type="http://schemas.openxmlformats.org/officeDocument/2006/relationships/image"/><Relationship Id="rId4" Target="../media/image32.png" Type="http://schemas.openxmlformats.org/officeDocument/2006/relationships/image"/><Relationship Id="rId5" Target="../media/image33.svg" Type="http://schemas.openxmlformats.org/officeDocument/2006/relationships/image"/><Relationship Id="rId6" Target="../media/image19.png" Type="http://schemas.openxmlformats.org/officeDocument/2006/relationships/image"/><Relationship Id="rId7" Target="../media/image20.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6.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png" Type="http://schemas.openxmlformats.org/officeDocument/2006/relationships/image"/><Relationship Id="rId11" Target="../media/image24.svg" Type="http://schemas.openxmlformats.org/officeDocument/2006/relationships/image"/><Relationship Id="rId12" Target="../media/image28.png" Type="http://schemas.openxmlformats.org/officeDocument/2006/relationships/image"/><Relationship Id="rId13" Target="../media/image29.svg" Type="http://schemas.openxmlformats.org/officeDocument/2006/relationships/image"/><Relationship Id="rId2" Target="../media/image17.png" Type="http://schemas.openxmlformats.org/officeDocument/2006/relationships/image"/><Relationship Id="rId3" Target="../media/image18.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21.png" Type="http://schemas.openxmlformats.org/officeDocument/2006/relationships/image"/><Relationship Id="rId9" Target="../media/image22.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8.png" Type="http://schemas.openxmlformats.org/officeDocument/2006/relationships/image"/><Relationship Id="rId11" Target="../media/image29.svg" Type="http://schemas.openxmlformats.org/officeDocument/2006/relationships/image"/><Relationship Id="rId12" Target="../media/image15.png" Type="http://schemas.openxmlformats.org/officeDocument/2006/relationships/image"/><Relationship Id="rId13" Target="../media/image1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34.png" Type="http://schemas.openxmlformats.org/officeDocument/2006/relationships/image"/><Relationship Id="rId7" Target="../media/image35.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9FCDFF"/>
        </a:solidFill>
      </p:bgPr>
    </p:bg>
    <p:spTree>
      <p:nvGrpSpPr>
        <p:cNvPr id="1" name=""/>
        <p:cNvGrpSpPr/>
        <p:nvPr/>
      </p:nvGrpSpPr>
      <p:grpSpPr>
        <a:xfrm>
          <a:off x="0" y="0"/>
          <a:ext cx="0" cy="0"/>
          <a:chOff x="0" y="0"/>
          <a:chExt cx="0" cy="0"/>
        </a:xfrm>
      </p:grpSpPr>
      <p:sp>
        <p:nvSpPr>
          <p:cNvPr name="Freeform 2" id="2"/>
          <p:cNvSpPr/>
          <p:nvPr/>
        </p:nvSpPr>
        <p:spPr>
          <a:xfrm flipH="false" flipV="false" rot="0">
            <a:off x="821320" y="5615759"/>
            <a:ext cx="6503276" cy="4114800"/>
          </a:xfrm>
          <a:custGeom>
            <a:avLst/>
            <a:gdLst/>
            <a:ahLst/>
            <a:cxnLst/>
            <a:rect r="r" b="b" t="t" l="l"/>
            <a:pathLst>
              <a:path h="4114800" w="6503276">
                <a:moveTo>
                  <a:pt x="0" y="0"/>
                </a:moveTo>
                <a:lnTo>
                  <a:pt x="6503276" y="0"/>
                </a:lnTo>
                <a:lnTo>
                  <a:pt x="6503276"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786864" y="2106633"/>
            <a:ext cx="2814723" cy="4539876"/>
          </a:xfrm>
          <a:custGeom>
            <a:avLst/>
            <a:gdLst/>
            <a:ahLst/>
            <a:cxnLst/>
            <a:rect r="r" b="b" t="t" l="l"/>
            <a:pathLst>
              <a:path h="4539876" w="2814723">
                <a:moveTo>
                  <a:pt x="0" y="0"/>
                </a:moveTo>
                <a:lnTo>
                  <a:pt x="2814724" y="0"/>
                </a:lnTo>
                <a:lnTo>
                  <a:pt x="2814724" y="4539876"/>
                </a:lnTo>
                <a:lnTo>
                  <a:pt x="0" y="45398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8055708" y="6055690"/>
            <a:ext cx="4100910" cy="2878093"/>
          </a:xfrm>
          <a:custGeom>
            <a:avLst/>
            <a:gdLst/>
            <a:ahLst/>
            <a:cxnLst/>
            <a:rect r="r" b="b" t="t" l="l"/>
            <a:pathLst>
              <a:path h="2878093" w="4100910">
                <a:moveTo>
                  <a:pt x="0" y="0"/>
                </a:moveTo>
                <a:lnTo>
                  <a:pt x="4100910" y="0"/>
                </a:lnTo>
                <a:lnTo>
                  <a:pt x="4100910" y="2878093"/>
                </a:lnTo>
                <a:lnTo>
                  <a:pt x="0" y="287809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3092407" y="8229600"/>
            <a:ext cx="6357135" cy="4114800"/>
          </a:xfrm>
          <a:custGeom>
            <a:avLst/>
            <a:gdLst/>
            <a:ahLst/>
            <a:cxnLst/>
            <a:rect r="r" b="b" t="t" l="l"/>
            <a:pathLst>
              <a:path h="4114800" w="6357135">
                <a:moveTo>
                  <a:pt x="0" y="0"/>
                </a:moveTo>
                <a:lnTo>
                  <a:pt x="6357135" y="0"/>
                </a:lnTo>
                <a:lnTo>
                  <a:pt x="6357135"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true" flipV="false" rot="0">
            <a:off x="237486" y="261771"/>
            <a:ext cx="2551176" cy="4114800"/>
          </a:xfrm>
          <a:custGeom>
            <a:avLst/>
            <a:gdLst/>
            <a:ahLst/>
            <a:cxnLst/>
            <a:rect r="r" b="b" t="t" l="l"/>
            <a:pathLst>
              <a:path h="4114800" w="2551176">
                <a:moveTo>
                  <a:pt x="2551176" y="0"/>
                </a:moveTo>
                <a:lnTo>
                  <a:pt x="0" y="0"/>
                </a:lnTo>
                <a:lnTo>
                  <a:pt x="0" y="4114800"/>
                </a:lnTo>
                <a:lnTo>
                  <a:pt x="2551176" y="4114800"/>
                </a:lnTo>
                <a:lnTo>
                  <a:pt x="2551176"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7" id="7"/>
          <p:cNvSpPr txBox="true"/>
          <p:nvPr/>
        </p:nvSpPr>
        <p:spPr>
          <a:xfrm rot="0">
            <a:off x="8291544" y="1756544"/>
            <a:ext cx="9443917" cy="1799335"/>
          </a:xfrm>
          <a:prstGeom prst="rect">
            <a:avLst/>
          </a:prstGeom>
        </p:spPr>
        <p:txBody>
          <a:bodyPr anchor="t" rtlCol="false" tIns="0" lIns="0" bIns="0" rIns="0">
            <a:spAutoFit/>
          </a:bodyPr>
          <a:lstStyle/>
          <a:p>
            <a:pPr algn="l">
              <a:lnSpc>
                <a:spcPts val="13040"/>
              </a:lnSpc>
            </a:pPr>
            <a:r>
              <a:rPr lang="en-US" sz="14818" spc="-933" b="true">
                <a:solidFill>
                  <a:srgbClr val="1C0140"/>
                </a:solidFill>
                <a:latin typeface="Proxima Nova Bold"/>
                <a:ea typeface="Proxima Nova Bold"/>
                <a:cs typeface="Proxima Nova Bold"/>
                <a:sym typeface="Proxima Nova Bold"/>
              </a:rPr>
              <a:t>Vantix</a:t>
            </a:r>
          </a:p>
        </p:txBody>
      </p:sp>
      <p:sp>
        <p:nvSpPr>
          <p:cNvPr name="TextBox 8" id="8"/>
          <p:cNvSpPr txBox="true"/>
          <p:nvPr/>
        </p:nvSpPr>
        <p:spPr>
          <a:xfrm rot="0">
            <a:off x="8291544" y="3223012"/>
            <a:ext cx="3629238" cy="332867"/>
          </a:xfrm>
          <a:prstGeom prst="rect">
            <a:avLst/>
          </a:prstGeom>
        </p:spPr>
        <p:txBody>
          <a:bodyPr anchor="t" rtlCol="false" tIns="0" lIns="0" bIns="0" rIns="0">
            <a:spAutoFit/>
          </a:bodyPr>
          <a:lstStyle/>
          <a:p>
            <a:pPr algn="l">
              <a:lnSpc>
                <a:spcPts val="2463"/>
              </a:lnSpc>
            </a:pPr>
            <a:r>
              <a:rPr lang="en-US" b="true" sz="2799" spc="81">
                <a:solidFill>
                  <a:srgbClr val="1C0140"/>
                </a:solidFill>
                <a:latin typeface="Proxima Nova Bold"/>
                <a:ea typeface="Proxima Nova Bold"/>
                <a:cs typeface="Proxima Nova Bold"/>
                <a:sym typeface="Proxima Nova Bold"/>
              </a:rPr>
              <a:t>WE BUILD BETTER</a:t>
            </a:r>
          </a:p>
        </p:txBody>
      </p:sp>
      <p:sp>
        <p:nvSpPr>
          <p:cNvPr name="TextBox 9" id="9"/>
          <p:cNvSpPr txBox="true"/>
          <p:nvPr/>
        </p:nvSpPr>
        <p:spPr>
          <a:xfrm rot="0">
            <a:off x="14556030" y="7759892"/>
            <a:ext cx="2703270" cy="929969"/>
          </a:xfrm>
          <a:prstGeom prst="rect">
            <a:avLst/>
          </a:prstGeom>
        </p:spPr>
        <p:txBody>
          <a:bodyPr anchor="t" rtlCol="false" tIns="0" lIns="0" bIns="0" rIns="0">
            <a:spAutoFit/>
          </a:bodyPr>
          <a:lstStyle/>
          <a:p>
            <a:pPr algn="r">
              <a:lnSpc>
                <a:spcPts val="1894"/>
              </a:lnSpc>
            </a:pPr>
            <a:r>
              <a:rPr lang="en-US" sz="1353">
                <a:solidFill>
                  <a:srgbClr val="1C0140"/>
                </a:solidFill>
                <a:latin typeface="Proxima Nova"/>
                <a:ea typeface="Proxima Nova"/>
                <a:cs typeface="Proxima Nova"/>
                <a:sym typeface="Proxima Nova"/>
              </a:rPr>
              <a:t>Lorem ipsum dolor sit amet, consectetur adipiscing elit, sed do eiusmod tempor incididunt ut labore et dolore magna aliqua. </a:t>
            </a:r>
          </a:p>
        </p:txBody>
      </p:sp>
      <p:sp>
        <p:nvSpPr>
          <p:cNvPr name="TextBox 10" id="10"/>
          <p:cNvSpPr txBox="true"/>
          <p:nvPr/>
        </p:nvSpPr>
        <p:spPr>
          <a:xfrm rot="0">
            <a:off x="12471033" y="8990933"/>
            <a:ext cx="4788267" cy="267367"/>
          </a:xfrm>
          <a:prstGeom prst="rect">
            <a:avLst/>
          </a:prstGeom>
        </p:spPr>
        <p:txBody>
          <a:bodyPr anchor="t" rtlCol="false" tIns="0" lIns="0" bIns="0" rIns="0">
            <a:spAutoFit/>
          </a:bodyPr>
          <a:lstStyle/>
          <a:p>
            <a:pPr algn="r">
              <a:lnSpc>
                <a:spcPts val="1909"/>
              </a:lnSpc>
            </a:pPr>
            <a:r>
              <a:rPr lang="en-US" sz="2170" i="true" spc="62">
                <a:solidFill>
                  <a:srgbClr val="1C0140"/>
                </a:solidFill>
                <a:latin typeface="Proxima Nova Italics"/>
                <a:ea typeface="Proxima Nova Italics"/>
                <a:cs typeface="Proxima Nova Italics"/>
                <a:sym typeface="Proxima Nova Italics"/>
              </a:rPr>
              <a:t>www.reallygreatsite.com</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9FCDFF"/>
        </a:solidFill>
      </p:bgPr>
    </p:bg>
    <p:spTree>
      <p:nvGrpSpPr>
        <p:cNvPr id="1" name=""/>
        <p:cNvGrpSpPr/>
        <p:nvPr/>
      </p:nvGrpSpPr>
      <p:grpSpPr>
        <a:xfrm>
          <a:off x="0" y="0"/>
          <a:ext cx="0" cy="0"/>
          <a:chOff x="0" y="0"/>
          <a:chExt cx="0" cy="0"/>
        </a:xfrm>
      </p:grpSpPr>
      <p:sp>
        <p:nvSpPr>
          <p:cNvPr name="Freeform 2" id="2"/>
          <p:cNvSpPr/>
          <p:nvPr/>
        </p:nvSpPr>
        <p:spPr>
          <a:xfrm flipH="false" flipV="false" rot="0">
            <a:off x="521878" y="-466924"/>
            <a:ext cx="2870338" cy="4902751"/>
          </a:xfrm>
          <a:custGeom>
            <a:avLst/>
            <a:gdLst/>
            <a:ahLst/>
            <a:cxnLst/>
            <a:rect r="r" b="b" t="t" l="l"/>
            <a:pathLst>
              <a:path h="4902751" w="2870338">
                <a:moveTo>
                  <a:pt x="0" y="0"/>
                </a:moveTo>
                <a:lnTo>
                  <a:pt x="2870338" y="0"/>
                </a:lnTo>
                <a:lnTo>
                  <a:pt x="2870338" y="4902751"/>
                </a:lnTo>
                <a:lnTo>
                  <a:pt x="0" y="49027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34000" y="4435827"/>
            <a:ext cx="5511729" cy="3868232"/>
          </a:xfrm>
          <a:custGeom>
            <a:avLst/>
            <a:gdLst/>
            <a:ahLst/>
            <a:cxnLst/>
            <a:rect r="r" b="b" t="t" l="l"/>
            <a:pathLst>
              <a:path h="3868232" w="5511729">
                <a:moveTo>
                  <a:pt x="0" y="0"/>
                </a:moveTo>
                <a:lnTo>
                  <a:pt x="5511729" y="0"/>
                </a:lnTo>
                <a:lnTo>
                  <a:pt x="5511729" y="3868232"/>
                </a:lnTo>
                <a:lnTo>
                  <a:pt x="0" y="386823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4096463" y="1028700"/>
            <a:ext cx="3841974" cy="4902751"/>
          </a:xfrm>
          <a:custGeom>
            <a:avLst/>
            <a:gdLst/>
            <a:ahLst/>
            <a:cxnLst/>
            <a:rect r="r" b="b" t="t" l="l"/>
            <a:pathLst>
              <a:path h="4902751" w="3841974">
                <a:moveTo>
                  <a:pt x="0" y="0"/>
                </a:moveTo>
                <a:lnTo>
                  <a:pt x="3841974" y="0"/>
                </a:lnTo>
                <a:lnTo>
                  <a:pt x="3841974" y="4902751"/>
                </a:lnTo>
                <a:lnTo>
                  <a:pt x="0" y="49027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390492" y="6813873"/>
            <a:ext cx="7574475" cy="4902751"/>
          </a:xfrm>
          <a:custGeom>
            <a:avLst/>
            <a:gdLst/>
            <a:ahLst/>
            <a:cxnLst/>
            <a:rect r="r" b="b" t="t" l="l"/>
            <a:pathLst>
              <a:path h="4902751" w="7574475">
                <a:moveTo>
                  <a:pt x="0" y="0"/>
                </a:moveTo>
                <a:lnTo>
                  <a:pt x="7574475" y="0"/>
                </a:lnTo>
                <a:lnTo>
                  <a:pt x="7574475" y="4902751"/>
                </a:lnTo>
                <a:lnTo>
                  <a:pt x="0" y="490275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7666515" y="5807652"/>
            <a:ext cx="1832956" cy="2057400"/>
          </a:xfrm>
          <a:custGeom>
            <a:avLst/>
            <a:gdLst/>
            <a:ahLst/>
            <a:cxnLst/>
            <a:rect r="r" b="b" t="t" l="l"/>
            <a:pathLst>
              <a:path h="2057400" w="1832956">
                <a:moveTo>
                  <a:pt x="0" y="0"/>
                </a:moveTo>
                <a:lnTo>
                  <a:pt x="1832957" y="0"/>
                </a:lnTo>
                <a:lnTo>
                  <a:pt x="1832957" y="2057400"/>
                </a:lnTo>
                <a:lnTo>
                  <a:pt x="0" y="20574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7" id="7"/>
          <p:cNvSpPr txBox="true"/>
          <p:nvPr/>
        </p:nvSpPr>
        <p:spPr>
          <a:xfrm rot="0">
            <a:off x="10600303" y="2251108"/>
            <a:ext cx="6658997" cy="1409228"/>
          </a:xfrm>
          <a:prstGeom prst="rect">
            <a:avLst/>
          </a:prstGeom>
        </p:spPr>
        <p:txBody>
          <a:bodyPr anchor="t" rtlCol="false" tIns="0" lIns="0" bIns="0" rIns="0">
            <a:spAutoFit/>
          </a:bodyPr>
          <a:lstStyle/>
          <a:p>
            <a:pPr algn="l">
              <a:lnSpc>
                <a:spcPts val="10131"/>
              </a:lnSpc>
            </a:pPr>
            <a:r>
              <a:rPr lang="en-US" sz="11513" spc="-725" b="true">
                <a:solidFill>
                  <a:srgbClr val="1C0140"/>
                </a:solidFill>
                <a:latin typeface="Proxima Nova Bold"/>
                <a:ea typeface="Proxima Nova Bold"/>
                <a:cs typeface="Proxima Nova Bold"/>
                <a:sym typeface="Proxima Nova Bold"/>
              </a:rPr>
              <a:t>About us</a:t>
            </a:r>
          </a:p>
        </p:txBody>
      </p:sp>
      <p:sp>
        <p:nvSpPr>
          <p:cNvPr name="TextBox 8" id="8"/>
          <p:cNvSpPr txBox="true"/>
          <p:nvPr/>
        </p:nvSpPr>
        <p:spPr>
          <a:xfrm rot="0">
            <a:off x="11116807" y="3709074"/>
            <a:ext cx="4291239" cy="5236014"/>
          </a:xfrm>
          <a:prstGeom prst="rect">
            <a:avLst/>
          </a:prstGeom>
        </p:spPr>
        <p:txBody>
          <a:bodyPr anchor="t" rtlCol="false" tIns="0" lIns="0" bIns="0" rIns="0">
            <a:spAutoFit/>
          </a:bodyPr>
          <a:lstStyle/>
          <a:p>
            <a:pPr algn="l">
              <a:lnSpc>
                <a:spcPts val="2811"/>
              </a:lnSpc>
            </a:pPr>
            <a:r>
              <a:rPr lang="en-US" sz="1643">
                <a:solidFill>
                  <a:srgbClr val="1C0140"/>
                </a:solidFill>
                <a:latin typeface="Proxima Nova"/>
                <a:ea typeface="Proxima Nova"/>
                <a:cs typeface="Proxima Nova"/>
                <a:sym typeface="Proxima Nova"/>
              </a:rPr>
              <a:t>At VANTIX, we believe technology should do more than solve problems—it should create opportunities. We are a modern software development studio dedicated to designing and engineering high-quality digital products that help businesses innovate, grow, and succeed in an increasingly digital world.</a:t>
            </a:r>
          </a:p>
          <a:p>
            <a:pPr algn="l">
              <a:lnSpc>
                <a:spcPts val="2811"/>
              </a:lnSpc>
            </a:pPr>
            <a:r>
              <a:rPr lang="en-US" sz="1643">
                <a:solidFill>
                  <a:srgbClr val="1C0140"/>
                </a:solidFill>
                <a:latin typeface="Proxima Nova"/>
                <a:ea typeface="Proxima Nova"/>
                <a:cs typeface="Proxima Nova"/>
                <a:sym typeface="Proxima Nova"/>
              </a:rPr>
              <a:t>From startups bringing new ideas to life to established businesses looking to modernize their operations, we deliver scalable, secure, and user-focused software solutions. Every project we build is guided by thoughtful strategy, clean architecture, and a commitment to long-term business value.</a:t>
            </a:r>
          </a:p>
          <a:p>
            <a:pPr algn="l">
              <a:lnSpc>
                <a:spcPts val="2811"/>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9FCDFF"/>
        </a:solidFill>
      </p:bgPr>
    </p:bg>
    <p:spTree>
      <p:nvGrpSpPr>
        <p:cNvPr id="1" name=""/>
        <p:cNvGrpSpPr/>
        <p:nvPr/>
      </p:nvGrpSpPr>
      <p:grpSpPr>
        <a:xfrm>
          <a:off x="0" y="0"/>
          <a:ext cx="0" cy="0"/>
          <a:chOff x="0" y="0"/>
          <a:chExt cx="0" cy="0"/>
        </a:xfrm>
      </p:grpSpPr>
      <p:sp>
        <p:nvSpPr>
          <p:cNvPr name="Freeform 2" id="2"/>
          <p:cNvSpPr/>
          <p:nvPr/>
        </p:nvSpPr>
        <p:spPr>
          <a:xfrm flipH="false" flipV="false" rot="0">
            <a:off x="10768821" y="3776476"/>
            <a:ext cx="4492767" cy="4386574"/>
          </a:xfrm>
          <a:custGeom>
            <a:avLst/>
            <a:gdLst/>
            <a:ahLst/>
            <a:cxnLst/>
            <a:rect r="r" b="b" t="t" l="l"/>
            <a:pathLst>
              <a:path h="4386574" w="4492767">
                <a:moveTo>
                  <a:pt x="0" y="0"/>
                </a:moveTo>
                <a:lnTo>
                  <a:pt x="4492766" y="0"/>
                </a:lnTo>
                <a:lnTo>
                  <a:pt x="4492766" y="4386574"/>
                </a:lnTo>
                <a:lnTo>
                  <a:pt x="0" y="43865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4031273" y="1072383"/>
            <a:ext cx="3106566" cy="4250276"/>
          </a:xfrm>
          <a:custGeom>
            <a:avLst/>
            <a:gdLst/>
            <a:ahLst/>
            <a:cxnLst/>
            <a:rect r="r" b="b" t="t" l="l"/>
            <a:pathLst>
              <a:path h="4250276" w="3106566">
                <a:moveTo>
                  <a:pt x="3106566" y="0"/>
                </a:moveTo>
                <a:lnTo>
                  <a:pt x="0" y="0"/>
                </a:lnTo>
                <a:lnTo>
                  <a:pt x="0" y="4250277"/>
                </a:lnTo>
                <a:lnTo>
                  <a:pt x="3106566" y="4250277"/>
                </a:lnTo>
                <a:lnTo>
                  <a:pt x="310656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913926" y="4898623"/>
            <a:ext cx="3812587" cy="2675743"/>
          </a:xfrm>
          <a:custGeom>
            <a:avLst/>
            <a:gdLst/>
            <a:ahLst/>
            <a:cxnLst/>
            <a:rect r="r" b="b" t="t" l="l"/>
            <a:pathLst>
              <a:path h="2675743" w="3812587">
                <a:moveTo>
                  <a:pt x="0" y="0"/>
                </a:moveTo>
                <a:lnTo>
                  <a:pt x="3812588" y="0"/>
                </a:lnTo>
                <a:lnTo>
                  <a:pt x="3812588" y="2675743"/>
                </a:lnTo>
                <a:lnTo>
                  <a:pt x="0" y="267574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0146295" y="8811581"/>
            <a:ext cx="4510398" cy="2903056"/>
          </a:xfrm>
          <a:custGeom>
            <a:avLst/>
            <a:gdLst/>
            <a:ahLst/>
            <a:cxnLst/>
            <a:rect r="r" b="b" t="t" l="l"/>
            <a:pathLst>
              <a:path h="2903056" w="4510398">
                <a:moveTo>
                  <a:pt x="0" y="0"/>
                </a:moveTo>
                <a:lnTo>
                  <a:pt x="4510398" y="0"/>
                </a:lnTo>
                <a:lnTo>
                  <a:pt x="4510398" y="2903056"/>
                </a:lnTo>
                <a:lnTo>
                  <a:pt x="0" y="290305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6" id="6"/>
          <p:cNvSpPr txBox="true"/>
          <p:nvPr/>
        </p:nvSpPr>
        <p:spPr>
          <a:xfrm rot="0">
            <a:off x="1592664" y="1606629"/>
            <a:ext cx="8853266" cy="1410880"/>
          </a:xfrm>
          <a:prstGeom prst="rect">
            <a:avLst/>
          </a:prstGeom>
        </p:spPr>
        <p:txBody>
          <a:bodyPr anchor="t" rtlCol="false" tIns="0" lIns="0" bIns="0" rIns="0">
            <a:spAutoFit/>
          </a:bodyPr>
          <a:lstStyle/>
          <a:p>
            <a:pPr algn="l">
              <a:lnSpc>
                <a:spcPts val="10131"/>
              </a:lnSpc>
            </a:pPr>
            <a:r>
              <a:rPr lang="en-US" sz="11513" spc="-725" b="true">
                <a:solidFill>
                  <a:srgbClr val="1C0140"/>
                </a:solidFill>
                <a:latin typeface="Proxima Nova Bold"/>
                <a:ea typeface="Proxima Nova Bold"/>
                <a:cs typeface="Proxima Nova Bold"/>
                <a:sym typeface="Proxima Nova Bold"/>
              </a:rPr>
              <a:t>Our Services</a:t>
            </a:r>
          </a:p>
        </p:txBody>
      </p:sp>
      <p:sp>
        <p:nvSpPr>
          <p:cNvPr name="TextBox 7" id="7"/>
          <p:cNvSpPr txBox="true"/>
          <p:nvPr/>
        </p:nvSpPr>
        <p:spPr>
          <a:xfrm rot="0">
            <a:off x="1592664" y="3648065"/>
            <a:ext cx="1605120" cy="1410880"/>
          </a:xfrm>
          <a:prstGeom prst="rect">
            <a:avLst/>
          </a:prstGeom>
        </p:spPr>
        <p:txBody>
          <a:bodyPr anchor="t" rtlCol="false" tIns="0" lIns="0" bIns="0" rIns="0">
            <a:spAutoFit/>
          </a:bodyPr>
          <a:lstStyle/>
          <a:p>
            <a:pPr algn="l">
              <a:lnSpc>
                <a:spcPts val="10131"/>
              </a:lnSpc>
            </a:pPr>
            <a:r>
              <a:rPr lang="en-US" sz="11513" spc="-725">
                <a:solidFill>
                  <a:srgbClr val="1C0140"/>
                </a:solidFill>
                <a:latin typeface="Proxima Nova"/>
                <a:ea typeface="Proxima Nova"/>
                <a:cs typeface="Proxima Nova"/>
                <a:sym typeface="Proxima Nova"/>
              </a:rPr>
              <a:t>1.</a:t>
            </a:r>
          </a:p>
        </p:txBody>
      </p:sp>
      <p:sp>
        <p:nvSpPr>
          <p:cNvPr name="TextBox 8" id="8"/>
          <p:cNvSpPr txBox="true"/>
          <p:nvPr/>
        </p:nvSpPr>
        <p:spPr>
          <a:xfrm rot="0">
            <a:off x="3009975" y="3544997"/>
            <a:ext cx="5481737" cy="1302258"/>
          </a:xfrm>
          <a:prstGeom prst="rect">
            <a:avLst/>
          </a:prstGeom>
        </p:spPr>
        <p:txBody>
          <a:bodyPr anchor="t" rtlCol="false" tIns="0" lIns="0" bIns="0" rIns="0">
            <a:spAutoFit/>
          </a:bodyPr>
          <a:lstStyle/>
          <a:p>
            <a:pPr algn="l">
              <a:lnSpc>
                <a:spcPts val="3590"/>
              </a:lnSpc>
            </a:pPr>
            <a:r>
              <a:rPr lang="en-US" sz="2100">
                <a:solidFill>
                  <a:srgbClr val="1C0140"/>
                </a:solidFill>
                <a:latin typeface="Proxima Nova"/>
                <a:ea typeface="Proxima Nova"/>
                <a:cs typeface="Proxima Nova"/>
                <a:sym typeface="Proxima Nova"/>
              </a:rPr>
              <a:t>Lorem ipsum dolor sit amet, consectetur adipiscing elit, sed do eiusmod tempor incididunt ut labore et dolore magna aliqua. </a:t>
            </a:r>
          </a:p>
        </p:txBody>
      </p:sp>
      <p:sp>
        <p:nvSpPr>
          <p:cNvPr name="TextBox 9" id="9"/>
          <p:cNvSpPr txBox="true"/>
          <p:nvPr/>
        </p:nvSpPr>
        <p:spPr>
          <a:xfrm rot="0">
            <a:off x="1592664" y="5525236"/>
            <a:ext cx="1605120" cy="1410880"/>
          </a:xfrm>
          <a:prstGeom prst="rect">
            <a:avLst/>
          </a:prstGeom>
        </p:spPr>
        <p:txBody>
          <a:bodyPr anchor="t" rtlCol="false" tIns="0" lIns="0" bIns="0" rIns="0">
            <a:spAutoFit/>
          </a:bodyPr>
          <a:lstStyle/>
          <a:p>
            <a:pPr algn="l">
              <a:lnSpc>
                <a:spcPts val="10131"/>
              </a:lnSpc>
            </a:pPr>
            <a:r>
              <a:rPr lang="en-US" sz="11513" spc="-725">
                <a:solidFill>
                  <a:srgbClr val="1C0140"/>
                </a:solidFill>
                <a:latin typeface="Proxima Nova"/>
                <a:ea typeface="Proxima Nova"/>
                <a:cs typeface="Proxima Nova"/>
                <a:sym typeface="Proxima Nova"/>
              </a:rPr>
              <a:t>2.</a:t>
            </a:r>
          </a:p>
        </p:txBody>
      </p:sp>
      <p:sp>
        <p:nvSpPr>
          <p:cNvPr name="TextBox 10" id="10"/>
          <p:cNvSpPr txBox="true"/>
          <p:nvPr/>
        </p:nvSpPr>
        <p:spPr>
          <a:xfrm rot="0">
            <a:off x="3009975" y="5422168"/>
            <a:ext cx="5481737" cy="1302258"/>
          </a:xfrm>
          <a:prstGeom prst="rect">
            <a:avLst/>
          </a:prstGeom>
        </p:spPr>
        <p:txBody>
          <a:bodyPr anchor="t" rtlCol="false" tIns="0" lIns="0" bIns="0" rIns="0">
            <a:spAutoFit/>
          </a:bodyPr>
          <a:lstStyle/>
          <a:p>
            <a:pPr algn="l">
              <a:lnSpc>
                <a:spcPts val="3590"/>
              </a:lnSpc>
            </a:pPr>
            <a:r>
              <a:rPr lang="en-US" sz="2100">
                <a:solidFill>
                  <a:srgbClr val="1C0140"/>
                </a:solidFill>
                <a:latin typeface="Proxima Nova"/>
                <a:ea typeface="Proxima Nova"/>
                <a:cs typeface="Proxima Nova"/>
                <a:sym typeface="Proxima Nova"/>
              </a:rPr>
              <a:t>Lorem ipsum dolor sit amet, consectetur adipiscing elit, sed do eiusmod tempor incididunt ut labore et dolore magna aliqua. </a:t>
            </a:r>
          </a:p>
        </p:txBody>
      </p:sp>
      <p:sp>
        <p:nvSpPr>
          <p:cNvPr name="TextBox 11" id="11"/>
          <p:cNvSpPr txBox="true"/>
          <p:nvPr/>
        </p:nvSpPr>
        <p:spPr>
          <a:xfrm rot="0">
            <a:off x="1592664" y="7612391"/>
            <a:ext cx="1605120" cy="1410880"/>
          </a:xfrm>
          <a:prstGeom prst="rect">
            <a:avLst/>
          </a:prstGeom>
        </p:spPr>
        <p:txBody>
          <a:bodyPr anchor="t" rtlCol="false" tIns="0" lIns="0" bIns="0" rIns="0">
            <a:spAutoFit/>
          </a:bodyPr>
          <a:lstStyle/>
          <a:p>
            <a:pPr algn="l">
              <a:lnSpc>
                <a:spcPts val="10131"/>
              </a:lnSpc>
            </a:pPr>
            <a:r>
              <a:rPr lang="en-US" sz="11513" spc="-725">
                <a:solidFill>
                  <a:srgbClr val="1C0140"/>
                </a:solidFill>
                <a:latin typeface="Proxima Nova"/>
                <a:ea typeface="Proxima Nova"/>
                <a:cs typeface="Proxima Nova"/>
                <a:sym typeface="Proxima Nova"/>
              </a:rPr>
              <a:t>3.</a:t>
            </a:r>
          </a:p>
        </p:txBody>
      </p:sp>
      <p:sp>
        <p:nvSpPr>
          <p:cNvPr name="TextBox 12" id="12"/>
          <p:cNvSpPr txBox="true"/>
          <p:nvPr/>
        </p:nvSpPr>
        <p:spPr>
          <a:xfrm rot="0">
            <a:off x="3009975" y="7509323"/>
            <a:ext cx="5481737" cy="1302258"/>
          </a:xfrm>
          <a:prstGeom prst="rect">
            <a:avLst/>
          </a:prstGeom>
        </p:spPr>
        <p:txBody>
          <a:bodyPr anchor="t" rtlCol="false" tIns="0" lIns="0" bIns="0" rIns="0">
            <a:spAutoFit/>
          </a:bodyPr>
          <a:lstStyle/>
          <a:p>
            <a:pPr algn="l">
              <a:lnSpc>
                <a:spcPts val="3590"/>
              </a:lnSpc>
            </a:pPr>
            <a:r>
              <a:rPr lang="en-US" sz="2100">
                <a:solidFill>
                  <a:srgbClr val="1C0140"/>
                </a:solidFill>
                <a:latin typeface="Proxima Nova"/>
                <a:ea typeface="Proxima Nova"/>
                <a:cs typeface="Proxima Nova"/>
                <a:sym typeface="Proxima Nova"/>
              </a:rPr>
              <a:t>Lorem ipsum dolor sit amet, consectetur adipiscing elit, sed do eiusmod tempor incididunt ut labore et dolore magna aliqua. </a:t>
            </a:r>
          </a:p>
        </p:txBody>
      </p:sp>
      <p:sp>
        <p:nvSpPr>
          <p:cNvPr name="Freeform 13" id="13"/>
          <p:cNvSpPr/>
          <p:nvPr/>
        </p:nvSpPr>
        <p:spPr>
          <a:xfrm flipH="true" flipV="false" rot="0">
            <a:off x="10768821" y="789751"/>
            <a:ext cx="2430360" cy="3454000"/>
          </a:xfrm>
          <a:custGeom>
            <a:avLst/>
            <a:gdLst/>
            <a:ahLst/>
            <a:cxnLst/>
            <a:rect r="r" b="b" t="t" l="l"/>
            <a:pathLst>
              <a:path h="3454000" w="2430360">
                <a:moveTo>
                  <a:pt x="2430359" y="0"/>
                </a:moveTo>
                <a:lnTo>
                  <a:pt x="0" y="0"/>
                </a:lnTo>
                <a:lnTo>
                  <a:pt x="0" y="3454000"/>
                </a:lnTo>
                <a:lnTo>
                  <a:pt x="2430359" y="3454000"/>
                </a:lnTo>
                <a:lnTo>
                  <a:pt x="2430359"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4" id="14"/>
          <p:cNvSpPr/>
          <p:nvPr/>
        </p:nvSpPr>
        <p:spPr>
          <a:xfrm flipH="true" flipV="false" rot="0">
            <a:off x="13199180" y="7200900"/>
            <a:ext cx="6357135" cy="4114800"/>
          </a:xfrm>
          <a:custGeom>
            <a:avLst/>
            <a:gdLst/>
            <a:ahLst/>
            <a:cxnLst/>
            <a:rect r="r" b="b" t="t" l="l"/>
            <a:pathLst>
              <a:path h="4114800" w="6357135">
                <a:moveTo>
                  <a:pt x="6357135" y="0"/>
                </a:moveTo>
                <a:lnTo>
                  <a:pt x="0" y="0"/>
                </a:lnTo>
                <a:lnTo>
                  <a:pt x="0" y="4114800"/>
                </a:lnTo>
                <a:lnTo>
                  <a:pt x="6357135" y="4114800"/>
                </a:lnTo>
                <a:lnTo>
                  <a:pt x="6357135"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9FCDFF"/>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a:off x="5823376" y="3787213"/>
            <a:ext cx="3531014" cy="3531014"/>
          </a:xfrm>
          <a:prstGeom prst="rect">
            <a:avLst/>
          </a:prstGeom>
        </p:spPr>
      </p:pic>
      <p:pic>
        <p:nvPicPr>
          <p:cNvPr name="Picture 3" id="3"/>
          <p:cNvPicPr>
            <a:picLocks noChangeAspect="true"/>
          </p:cNvPicPr>
          <p:nvPr/>
        </p:nvPicPr>
        <p:blipFill>
          <a:blip r:embed="rId3"/>
          <a:stretch>
            <a:fillRect/>
          </a:stretch>
        </p:blipFill>
        <p:spPr>
          <a:xfrm rot="0">
            <a:off x="9692248" y="3787213"/>
            <a:ext cx="3531014" cy="3531014"/>
          </a:xfrm>
          <a:prstGeom prst="rect">
            <a:avLst/>
          </a:prstGeom>
        </p:spPr>
      </p:pic>
      <p:pic>
        <p:nvPicPr>
          <p:cNvPr name="Picture 4" id="4"/>
          <p:cNvPicPr>
            <a:picLocks noChangeAspect="true"/>
          </p:cNvPicPr>
          <p:nvPr/>
        </p:nvPicPr>
        <p:blipFill>
          <a:blip r:embed="rId4"/>
          <a:stretch>
            <a:fillRect/>
          </a:stretch>
        </p:blipFill>
        <p:spPr>
          <a:xfrm rot="0">
            <a:off x="13561120" y="3787213"/>
            <a:ext cx="3531014" cy="3531014"/>
          </a:xfrm>
          <a:prstGeom prst="rect">
            <a:avLst/>
          </a:prstGeom>
        </p:spPr>
      </p:pic>
      <p:sp>
        <p:nvSpPr>
          <p:cNvPr name="Freeform 5" id="5"/>
          <p:cNvSpPr/>
          <p:nvPr/>
        </p:nvSpPr>
        <p:spPr>
          <a:xfrm flipH="false" flipV="false" rot="0">
            <a:off x="-1951016" y="3757380"/>
            <a:ext cx="6503276" cy="4114800"/>
          </a:xfrm>
          <a:custGeom>
            <a:avLst/>
            <a:gdLst/>
            <a:ahLst/>
            <a:cxnLst/>
            <a:rect r="r" b="b" t="t" l="l"/>
            <a:pathLst>
              <a:path h="4114800" w="6503276">
                <a:moveTo>
                  <a:pt x="0" y="0"/>
                </a:moveTo>
                <a:lnTo>
                  <a:pt x="6503275" y="0"/>
                </a:lnTo>
                <a:lnTo>
                  <a:pt x="6503275"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014528" y="248254"/>
            <a:ext cx="2814723" cy="4539876"/>
          </a:xfrm>
          <a:custGeom>
            <a:avLst/>
            <a:gdLst/>
            <a:ahLst/>
            <a:cxnLst/>
            <a:rect r="r" b="b" t="t" l="l"/>
            <a:pathLst>
              <a:path h="4539876" w="2814723">
                <a:moveTo>
                  <a:pt x="0" y="0"/>
                </a:moveTo>
                <a:lnTo>
                  <a:pt x="2814723" y="0"/>
                </a:lnTo>
                <a:lnTo>
                  <a:pt x="2814723" y="4539876"/>
                </a:lnTo>
                <a:lnTo>
                  <a:pt x="0" y="453987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1983277" y="7119033"/>
            <a:ext cx="4510398" cy="2903056"/>
          </a:xfrm>
          <a:custGeom>
            <a:avLst/>
            <a:gdLst/>
            <a:ahLst/>
            <a:cxnLst/>
            <a:rect r="r" b="b" t="t" l="l"/>
            <a:pathLst>
              <a:path h="2903056" w="4510398">
                <a:moveTo>
                  <a:pt x="0" y="0"/>
                </a:moveTo>
                <a:lnTo>
                  <a:pt x="4510398" y="0"/>
                </a:lnTo>
                <a:lnTo>
                  <a:pt x="4510398" y="2903056"/>
                </a:lnTo>
                <a:lnTo>
                  <a:pt x="0" y="290305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8" id="8"/>
          <p:cNvSpPr/>
          <p:nvPr/>
        </p:nvSpPr>
        <p:spPr>
          <a:xfrm flipH="false" flipV="false" rot="0">
            <a:off x="2879107" y="7684128"/>
            <a:ext cx="1900289" cy="4114800"/>
          </a:xfrm>
          <a:custGeom>
            <a:avLst/>
            <a:gdLst/>
            <a:ahLst/>
            <a:cxnLst/>
            <a:rect r="r" b="b" t="t" l="l"/>
            <a:pathLst>
              <a:path h="4114800" w="1900289">
                <a:moveTo>
                  <a:pt x="0" y="0"/>
                </a:moveTo>
                <a:lnTo>
                  <a:pt x="1900289" y="0"/>
                </a:lnTo>
                <a:lnTo>
                  <a:pt x="1900289" y="4114800"/>
                </a:lnTo>
                <a:lnTo>
                  <a:pt x="0" y="411480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9" id="9"/>
          <p:cNvSpPr txBox="true"/>
          <p:nvPr/>
        </p:nvSpPr>
        <p:spPr>
          <a:xfrm rot="0">
            <a:off x="6104239" y="7442361"/>
            <a:ext cx="2955900" cy="1157097"/>
          </a:xfrm>
          <a:prstGeom prst="rect">
            <a:avLst/>
          </a:prstGeom>
        </p:spPr>
        <p:txBody>
          <a:bodyPr anchor="t" rtlCol="false" tIns="0" lIns="0" bIns="0" rIns="0">
            <a:spAutoFit/>
          </a:bodyPr>
          <a:lstStyle/>
          <a:p>
            <a:pPr algn="ctr">
              <a:lnSpc>
                <a:spcPts val="2394"/>
              </a:lnSpc>
            </a:pPr>
            <a:r>
              <a:rPr lang="en-US" sz="1400">
                <a:solidFill>
                  <a:srgbClr val="1C0140"/>
                </a:solidFill>
                <a:latin typeface="Proxima Nova"/>
                <a:ea typeface="Proxima Nova"/>
                <a:cs typeface="Proxima Nova"/>
                <a:sym typeface="Proxima Nova"/>
              </a:rPr>
              <a:t>Lorem ipsum dolor sit amet, consectetur adipiscing elit, sed do eiusmod tempor incididunt ut labore et dolore magna aliqua. </a:t>
            </a:r>
          </a:p>
        </p:txBody>
      </p:sp>
      <p:sp>
        <p:nvSpPr>
          <p:cNvPr name="TextBox 10" id="10"/>
          <p:cNvSpPr txBox="true"/>
          <p:nvPr/>
        </p:nvSpPr>
        <p:spPr>
          <a:xfrm rot="0">
            <a:off x="9973110" y="7442361"/>
            <a:ext cx="2955900" cy="1157097"/>
          </a:xfrm>
          <a:prstGeom prst="rect">
            <a:avLst/>
          </a:prstGeom>
        </p:spPr>
        <p:txBody>
          <a:bodyPr anchor="t" rtlCol="false" tIns="0" lIns="0" bIns="0" rIns="0">
            <a:spAutoFit/>
          </a:bodyPr>
          <a:lstStyle/>
          <a:p>
            <a:pPr algn="ctr">
              <a:lnSpc>
                <a:spcPts val="2394"/>
              </a:lnSpc>
            </a:pPr>
            <a:r>
              <a:rPr lang="en-US" sz="1400">
                <a:solidFill>
                  <a:srgbClr val="1C0140"/>
                </a:solidFill>
                <a:latin typeface="Proxima Nova"/>
                <a:ea typeface="Proxima Nova"/>
                <a:cs typeface="Proxima Nova"/>
                <a:sym typeface="Proxima Nova"/>
              </a:rPr>
              <a:t>Lorem ipsum dolor sit amet, consectetur adipiscing elit, sed do eiusmod tempor incididunt ut labore et dolore magna aliqua. </a:t>
            </a:r>
          </a:p>
        </p:txBody>
      </p:sp>
      <p:sp>
        <p:nvSpPr>
          <p:cNvPr name="TextBox 11" id="11"/>
          <p:cNvSpPr txBox="true"/>
          <p:nvPr/>
        </p:nvSpPr>
        <p:spPr>
          <a:xfrm rot="0">
            <a:off x="13841982" y="7442361"/>
            <a:ext cx="2955900" cy="1157097"/>
          </a:xfrm>
          <a:prstGeom prst="rect">
            <a:avLst/>
          </a:prstGeom>
        </p:spPr>
        <p:txBody>
          <a:bodyPr anchor="t" rtlCol="false" tIns="0" lIns="0" bIns="0" rIns="0">
            <a:spAutoFit/>
          </a:bodyPr>
          <a:lstStyle/>
          <a:p>
            <a:pPr algn="ctr">
              <a:lnSpc>
                <a:spcPts val="2394"/>
              </a:lnSpc>
            </a:pPr>
            <a:r>
              <a:rPr lang="en-US" sz="1400">
                <a:solidFill>
                  <a:srgbClr val="1C0140"/>
                </a:solidFill>
                <a:latin typeface="Proxima Nova"/>
                <a:ea typeface="Proxima Nova"/>
                <a:cs typeface="Proxima Nova"/>
                <a:sym typeface="Proxima Nova"/>
              </a:rPr>
              <a:t>Lorem ipsum dolor sit amet, consectetur adipiscing elit, sed do eiusmod tempor incididunt ut labore et dolore magna aliqua. </a:t>
            </a:r>
          </a:p>
        </p:txBody>
      </p:sp>
      <p:sp>
        <p:nvSpPr>
          <p:cNvPr name="TextBox 12" id="12"/>
          <p:cNvSpPr txBox="true"/>
          <p:nvPr/>
        </p:nvSpPr>
        <p:spPr>
          <a:xfrm rot="0">
            <a:off x="6104239" y="2030442"/>
            <a:ext cx="7333825" cy="1410880"/>
          </a:xfrm>
          <a:prstGeom prst="rect">
            <a:avLst/>
          </a:prstGeom>
        </p:spPr>
        <p:txBody>
          <a:bodyPr anchor="t" rtlCol="false" tIns="0" lIns="0" bIns="0" rIns="0">
            <a:spAutoFit/>
          </a:bodyPr>
          <a:lstStyle/>
          <a:p>
            <a:pPr algn="just">
              <a:lnSpc>
                <a:spcPts val="10131"/>
              </a:lnSpc>
            </a:pPr>
            <a:r>
              <a:rPr lang="en-US" b="true" sz="11513" spc="-725">
                <a:solidFill>
                  <a:srgbClr val="1C0140"/>
                </a:solidFill>
                <a:latin typeface="Proxima Nova Bold"/>
                <a:ea typeface="Proxima Nova Bold"/>
                <a:cs typeface="Proxima Nova Bold"/>
                <a:sym typeface="Proxima Nova Bold"/>
              </a:rPr>
              <a:t>The data</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9FCDFF"/>
        </a:solidFill>
      </p:bgPr>
    </p:bg>
    <p:spTree>
      <p:nvGrpSpPr>
        <p:cNvPr id="1" name=""/>
        <p:cNvGrpSpPr/>
        <p:nvPr/>
      </p:nvGrpSpPr>
      <p:grpSpPr>
        <a:xfrm>
          <a:off x="0" y="0"/>
          <a:ext cx="0" cy="0"/>
          <a:chOff x="0" y="0"/>
          <a:chExt cx="0" cy="0"/>
        </a:xfrm>
      </p:grpSpPr>
      <p:sp>
        <p:nvSpPr>
          <p:cNvPr name="TextBox 2" id="2"/>
          <p:cNvSpPr txBox="true"/>
          <p:nvPr/>
        </p:nvSpPr>
        <p:spPr>
          <a:xfrm rot="0">
            <a:off x="9635229" y="6179712"/>
            <a:ext cx="7624071" cy="2693453"/>
          </a:xfrm>
          <a:prstGeom prst="rect">
            <a:avLst/>
          </a:prstGeom>
        </p:spPr>
        <p:txBody>
          <a:bodyPr anchor="t" rtlCol="false" tIns="0" lIns="0" bIns="0" rIns="0">
            <a:spAutoFit/>
          </a:bodyPr>
          <a:lstStyle/>
          <a:p>
            <a:pPr algn="l">
              <a:lnSpc>
                <a:spcPts val="10131"/>
              </a:lnSpc>
            </a:pPr>
            <a:r>
              <a:rPr lang="en-US" sz="11513" spc="-725" b="true">
                <a:solidFill>
                  <a:srgbClr val="1C0140"/>
                </a:solidFill>
                <a:latin typeface="Proxima Nova Bold"/>
                <a:ea typeface="Proxima Nova Bold"/>
                <a:cs typeface="Proxima Nova Bold"/>
                <a:sym typeface="Proxima Nova Bold"/>
              </a:rPr>
              <a:t>01. Our Brand Vision</a:t>
            </a:r>
          </a:p>
        </p:txBody>
      </p:sp>
      <p:sp>
        <p:nvSpPr>
          <p:cNvPr name="TextBox 3" id="3"/>
          <p:cNvSpPr txBox="true"/>
          <p:nvPr/>
        </p:nvSpPr>
        <p:spPr>
          <a:xfrm rot="0">
            <a:off x="9635229" y="3244217"/>
            <a:ext cx="6658997" cy="2197608"/>
          </a:xfrm>
          <a:prstGeom prst="rect">
            <a:avLst/>
          </a:prstGeom>
        </p:spPr>
        <p:txBody>
          <a:bodyPr anchor="t" rtlCol="false" tIns="0" lIns="0" bIns="0" rIns="0">
            <a:spAutoFit/>
          </a:bodyPr>
          <a:lstStyle/>
          <a:p>
            <a:pPr algn="l">
              <a:lnSpc>
                <a:spcPts val="3590"/>
              </a:lnSpc>
            </a:pPr>
            <a:r>
              <a:rPr lang="en-US" sz="2100">
                <a:solidFill>
                  <a:srgbClr val="1C0140"/>
                </a:solidFill>
                <a:latin typeface="Proxima Nova"/>
                <a:ea typeface="Proxima Nova"/>
                <a:cs typeface="Proxima Nova"/>
                <a:sym typeface="Proxima Nova"/>
              </a:rPr>
              <a:t>Lorem ipsum dolor sit amet, consectetur adipiscing elit, sed do eiusmod tempor incididunt ut labore et dolore magna aliqua. Ut enim ad minim veniam, quis nostrud exercitation ullamco laboris nisi ut aliquip ex ea commodo consequat. </a:t>
            </a:r>
          </a:p>
        </p:txBody>
      </p:sp>
      <p:sp>
        <p:nvSpPr>
          <p:cNvPr name="TextBox 4" id="4"/>
          <p:cNvSpPr txBox="true"/>
          <p:nvPr/>
        </p:nvSpPr>
        <p:spPr>
          <a:xfrm rot="0">
            <a:off x="9635229" y="1318585"/>
            <a:ext cx="5481737" cy="1302258"/>
          </a:xfrm>
          <a:prstGeom prst="rect">
            <a:avLst/>
          </a:prstGeom>
        </p:spPr>
        <p:txBody>
          <a:bodyPr anchor="t" rtlCol="false" tIns="0" lIns="0" bIns="0" rIns="0">
            <a:spAutoFit/>
          </a:bodyPr>
          <a:lstStyle/>
          <a:p>
            <a:pPr algn="l">
              <a:lnSpc>
                <a:spcPts val="3590"/>
              </a:lnSpc>
            </a:pPr>
            <a:r>
              <a:rPr lang="en-US" sz="2100">
                <a:solidFill>
                  <a:srgbClr val="1C0140"/>
                </a:solidFill>
                <a:latin typeface="Proxima Nova"/>
                <a:ea typeface="Proxima Nova"/>
                <a:cs typeface="Proxima Nova"/>
                <a:sym typeface="Proxima Nova"/>
              </a:rPr>
              <a:t>Lorem ipsum dolor sit amet, consectetur adipiscing elit, sed do eiusmod tempor incididunt ut labore et dolore magna aliqua. </a:t>
            </a:r>
          </a:p>
        </p:txBody>
      </p:sp>
      <p:sp>
        <p:nvSpPr>
          <p:cNvPr name="Freeform 5" id="5"/>
          <p:cNvSpPr/>
          <p:nvPr/>
        </p:nvSpPr>
        <p:spPr>
          <a:xfrm flipH="false" flipV="false" rot="0">
            <a:off x="3793761" y="833526"/>
            <a:ext cx="4106217" cy="4571699"/>
          </a:xfrm>
          <a:custGeom>
            <a:avLst/>
            <a:gdLst/>
            <a:ahLst/>
            <a:cxnLst/>
            <a:rect r="r" b="b" t="t" l="l"/>
            <a:pathLst>
              <a:path h="4571699" w="4106217">
                <a:moveTo>
                  <a:pt x="0" y="0"/>
                </a:moveTo>
                <a:lnTo>
                  <a:pt x="4106217" y="0"/>
                </a:lnTo>
                <a:lnTo>
                  <a:pt x="4106217" y="4571699"/>
                </a:lnTo>
                <a:lnTo>
                  <a:pt x="0" y="45716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47926" y="-933720"/>
            <a:ext cx="3898412" cy="4571699"/>
          </a:xfrm>
          <a:custGeom>
            <a:avLst/>
            <a:gdLst/>
            <a:ahLst/>
            <a:cxnLst/>
            <a:rect r="r" b="b" t="t" l="l"/>
            <a:pathLst>
              <a:path h="4571699" w="3898412">
                <a:moveTo>
                  <a:pt x="0" y="0"/>
                </a:moveTo>
                <a:lnTo>
                  <a:pt x="3898412" y="0"/>
                </a:lnTo>
                <a:lnTo>
                  <a:pt x="3898412" y="4571698"/>
                </a:lnTo>
                <a:lnTo>
                  <a:pt x="0" y="457169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4176122" y="5674002"/>
            <a:ext cx="3341496" cy="4571699"/>
          </a:xfrm>
          <a:custGeom>
            <a:avLst/>
            <a:gdLst/>
            <a:ahLst/>
            <a:cxnLst/>
            <a:rect r="r" b="b" t="t" l="l"/>
            <a:pathLst>
              <a:path h="4571699" w="3341496">
                <a:moveTo>
                  <a:pt x="0" y="0"/>
                </a:moveTo>
                <a:lnTo>
                  <a:pt x="3341496" y="0"/>
                </a:lnTo>
                <a:lnTo>
                  <a:pt x="3341496" y="4571698"/>
                </a:lnTo>
                <a:lnTo>
                  <a:pt x="0" y="457169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149518" y="4032187"/>
            <a:ext cx="2644244" cy="4516565"/>
          </a:xfrm>
          <a:custGeom>
            <a:avLst/>
            <a:gdLst/>
            <a:ahLst/>
            <a:cxnLst/>
            <a:rect r="r" b="b" t="t" l="l"/>
            <a:pathLst>
              <a:path h="4516565" w="2644244">
                <a:moveTo>
                  <a:pt x="0" y="0"/>
                </a:moveTo>
                <a:lnTo>
                  <a:pt x="2644243" y="0"/>
                </a:lnTo>
                <a:lnTo>
                  <a:pt x="2644243" y="4516565"/>
                </a:lnTo>
                <a:lnTo>
                  <a:pt x="0" y="451656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63153" y="8939277"/>
            <a:ext cx="4100910" cy="2878093"/>
          </a:xfrm>
          <a:custGeom>
            <a:avLst/>
            <a:gdLst/>
            <a:ahLst/>
            <a:cxnLst/>
            <a:rect r="r" b="b" t="t" l="l"/>
            <a:pathLst>
              <a:path h="2878093" w="4100910">
                <a:moveTo>
                  <a:pt x="0" y="0"/>
                </a:moveTo>
                <a:lnTo>
                  <a:pt x="4100910" y="0"/>
                </a:lnTo>
                <a:lnTo>
                  <a:pt x="4100910" y="2878093"/>
                </a:lnTo>
                <a:lnTo>
                  <a:pt x="0" y="287809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9FCDFF"/>
        </a:solidFill>
      </p:bgPr>
    </p:bg>
    <p:spTree>
      <p:nvGrpSpPr>
        <p:cNvPr id="1" name=""/>
        <p:cNvGrpSpPr/>
        <p:nvPr/>
      </p:nvGrpSpPr>
      <p:grpSpPr>
        <a:xfrm>
          <a:off x="0" y="0"/>
          <a:ext cx="0" cy="0"/>
          <a:chOff x="0" y="0"/>
          <a:chExt cx="0" cy="0"/>
        </a:xfrm>
      </p:grpSpPr>
      <p:sp>
        <p:nvSpPr>
          <p:cNvPr name="TextBox 2" id="2"/>
          <p:cNvSpPr txBox="true"/>
          <p:nvPr/>
        </p:nvSpPr>
        <p:spPr>
          <a:xfrm rot="0">
            <a:off x="1518159" y="1633475"/>
            <a:ext cx="8521412" cy="2693453"/>
          </a:xfrm>
          <a:prstGeom prst="rect">
            <a:avLst/>
          </a:prstGeom>
        </p:spPr>
        <p:txBody>
          <a:bodyPr anchor="t" rtlCol="false" tIns="0" lIns="0" bIns="0" rIns="0">
            <a:spAutoFit/>
          </a:bodyPr>
          <a:lstStyle/>
          <a:p>
            <a:pPr algn="l">
              <a:lnSpc>
                <a:spcPts val="10131"/>
              </a:lnSpc>
            </a:pPr>
            <a:r>
              <a:rPr lang="en-US" sz="11513" spc="-725" b="true">
                <a:solidFill>
                  <a:srgbClr val="1C0140"/>
                </a:solidFill>
                <a:latin typeface="Proxima Nova Bold"/>
                <a:ea typeface="Proxima Nova Bold"/>
                <a:cs typeface="Proxima Nova Bold"/>
                <a:sym typeface="Proxima Nova Bold"/>
              </a:rPr>
              <a:t>02. Our</a:t>
            </a:r>
          </a:p>
          <a:p>
            <a:pPr algn="l">
              <a:lnSpc>
                <a:spcPts val="10131"/>
              </a:lnSpc>
            </a:pPr>
            <a:r>
              <a:rPr lang="en-US" sz="11513" spc="-725" b="true">
                <a:solidFill>
                  <a:srgbClr val="1C0140"/>
                </a:solidFill>
                <a:latin typeface="Proxima Nova Bold"/>
                <a:ea typeface="Proxima Nova Bold"/>
                <a:cs typeface="Proxima Nova Bold"/>
                <a:sym typeface="Proxima Nova Bold"/>
              </a:rPr>
              <a:t>Brand Mission</a:t>
            </a:r>
          </a:p>
        </p:txBody>
      </p:sp>
      <p:sp>
        <p:nvSpPr>
          <p:cNvPr name="TextBox 3" id="3"/>
          <p:cNvSpPr txBox="true"/>
          <p:nvPr/>
        </p:nvSpPr>
        <p:spPr>
          <a:xfrm rot="0">
            <a:off x="1518159" y="6798817"/>
            <a:ext cx="6658997" cy="2197608"/>
          </a:xfrm>
          <a:prstGeom prst="rect">
            <a:avLst/>
          </a:prstGeom>
        </p:spPr>
        <p:txBody>
          <a:bodyPr anchor="t" rtlCol="false" tIns="0" lIns="0" bIns="0" rIns="0">
            <a:spAutoFit/>
          </a:bodyPr>
          <a:lstStyle/>
          <a:p>
            <a:pPr algn="l">
              <a:lnSpc>
                <a:spcPts val="3590"/>
              </a:lnSpc>
            </a:pPr>
            <a:r>
              <a:rPr lang="en-US" sz="2100">
                <a:solidFill>
                  <a:srgbClr val="1C0140"/>
                </a:solidFill>
                <a:latin typeface="Proxima Nova"/>
                <a:ea typeface="Proxima Nova"/>
                <a:cs typeface="Proxima Nova"/>
                <a:sym typeface="Proxima Nova"/>
              </a:rPr>
              <a:t>Lorem ipsum dolor sit amet, consectetur adipiscing elit, sed do eiusmod tempor incididunt ut labore et dolore magna aliqua. Ut enim ad minim veniam, quis nostrud exercitation ullamco laboris nisi ut aliquip ex ea commodo consequat. </a:t>
            </a:r>
          </a:p>
        </p:txBody>
      </p:sp>
      <p:sp>
        <p:nvSpPr>
          <p:cNvPr name="TextBox 4" id="4"/>
          <p:cNvSpPr txBox="true"/>
          <p:nvPr/>
        </p:nvSpPr>
        <p:spPr>
          <a:xfrm rot="0">
            <a:off x="1518159" y="4873185"/>
            <a:ext cx="5481737" cy="1302258"/>
          </a:xfrm>
          <a:prstGeom prst="rect">
            <a:avLst/>
          </a:prstGeom>
        </p:spPr>
        <p:txBody>
          <a:bodyPr anchor="t" rtlCol="false" tIns="0" lIns="0" bIns="0" rIns="0">
            <a:spAutoFit/>
          </a:bodyPr>
          <a:lstStyle/>
          <a:p>
            <a:pPr algn="l">
              <a:lnSpc>
                <a:spcPts val="3590"/>
              </a:lnSpc>
            </a:pPr>
            <a:r>
              <a:rPr lang="en-US" sz="2100">
                <a:solidFill>
                  <a:srgbClr val="1C0140"/>
                </a:solidFill>
                <a:latin typeface="Proxima Nova"/>
                <a:ea typeface="Proxima Nova"/>
                <a:cs typeface="Proxima Nova"/>
                <a:sym typeface="Proxima Nova"/>
              </a:rPr>
              <a:t>Lorem ipsum dolor sit amet, consectetur adipiscing elit, sed do eiusmod tempor incididunt ut labore et dolore magna aliqua. </a:t>
            </a:r>
          </a:p>
        </p:txBody>
      </p:sp>
      <p:sp>
        <p:nvSpPr>
          <p:cNvPr name="Freeform 5" id="5"/>
          <p:cNvSpPr/>
          <p:nvPr/>
        </p:nvSpPr>
        <p:spPr>
          <a:xfrm flipH="false" flipV="false" rot="0">
            <a:off x="11752239" y="-196191"/>
            <a:ext cx="2870338" cy="4902751"/>
          </a:xfrm>
          <a:custGeom>
            <a:avLst/>
            <a:gdLst/>
            <a:ahLst/>
            <a:cxnLst/>
            <a:rect r="r" b="b" t="t" l="l"/>
            <a:pathLst>
              <a:path h="4902751" w="2870338">
                <a:moveTo>
                  <a:pt x="0" y="0"/>
                </a:moveTo>
                <a:lnTo>
                  <a:pt x="2870337" y="0"/>
                </a:lnTo>
                <a:lnTo>
                  <a:pt x="2870337" y="4902751"/>
                </a:lnTo>
                <a:lnTo>
                  <a:pt x="0" y="49027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0896361" y="4706560"/>
            <a:ext cx="5511729" cy="3868232"/>
          </a:xfrm>
          <a:custGeom>
            <a:avLst/>
            <a:gdLst/>
            <a:ahLst/>
            <a:cxnLst/>
            <a:rect r="r" b="b" t="t" l="l"/>
            <a:pathLst>
              <a:path h="3868232" w="5511729">
                <a:moveTo>
                  <a:pt x="0" y="0"/>
                </a:moveTo>
                <a:lnTo>
                  <a:pt x="5511729" y="0"/>
                </a:lnTo>
                <a:lnTo>
                  <a:pt x="5511729" y="3868231"/>
                </a:lnTo>
                <a:lnTo>
                  <a:pt x="0" y="386823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5326823" y="1299432"/>
            <a:ext cx="3841974" cy="4902751"/>
          </a:xfrm>
          <a:custGeom>
            <a:avLst/>
            <a:gdLst/>
            <a:ahLst/>
            <a:cxnLst/>
            <a:rect r="r" b="b" t="t" l="l"/>
            <a:pathLst>
              <a:path h="4902751" w="3841974">
                <a:moveTo>
                  <a:pt x="0" y="0"/>
                </a:moveTo>
                <a:lnTo>
                  <a:pt x="3841975" y="0"/>
                </a:lnTo>
                <a:lnTo>
                  <a:pt x="3841975" y="4902752"/>
                </a:lnTo>
                <a:lnTo>
                  <a:pt x="0" y="49027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2620852" y="7084606"/>
            <a:ext cx="7574475" cy="4902751"/>
          </a:xfrm>
          <a:custGeom>
            <a:avLst/>
            <a:gdLst/>
            <a:ahLst/>
            <a:cxnLst/>
            <a:rect r="r" b="b" t="t" l="l"/>
            <a:pathLst>
              <a:path h="4902751" w="7574475">
                <a:moveTo>
                  <a:pt x="0" y="0"/>
                </a:moveTo>
                <a:lnTo>
                  <a:pt x="7574476" y="0"/>
                </a:lnTo>
                <a:lnTo>
                  <a:pt x="7574476" y="4902751"/>
                </a:lnTo>
                <a:lnTo>
                  <a:pt x="0" y="490275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8177156" y="7945246"/>
            <a:ext cx="3898412" cy="4571699"/>
          </a:xfrm>
          <a:custGeom>
            <a:avLst/>
            <a:gdLst/>
            <a:ahLst/>
            <a:cxnLst/>
            <a:rect r="r" b="b" t="t" l="l"/>
            <a:pathLst>
              <a:path h="4571699" w="3898412">
                <a:moveTo>
                  <a:pt x="0" y="0"/>
                </a:moveTo>
                <a:lnTo>
                  <a:pt x="3898412" y="0"/>
                </a:lnTo>
                <a:lnTo>
                  <a:pt x="3898412" y="4571698"/>
                </a:lnTo>
                <a:lnTo>
                  <a:pt x="0" y="457169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9FCDFF"/>
        </a:solidFill>
      </p:bgPr>
    </p:bg>
    <p:spTree>
      <p:nvGrpSpPr>
        <p:cNvPr id="1" name=""/>
        <p:cNvGrpSpPr/>
        <p:nvPr/>
      </p:nvGrpSpPr>
      <p:grpSpPr>
        <a:xfrm>
          <a:off x="0" y="0"/>
          <a:ext cx="0" cy="0"/>
          <a:chOff x="0" y="0"/>
          <a:chExt cx="0" cy="0"/>
        </a:xfrm>
      </p:grpSpPr>
      <p:sp>
        <p:nvSpPr>
          <p:cNvPr name="Freeform 2" id="2"/>
          <p:cNvSpPr/>
          <p:nvPr/>
        </p:nvSpPr>
        <p:spPr>
          <a:xfrm flipH="false" flipV="false" rot="0">
            <a:off x="-451645" y="3598593"/>
            <a:ext cx="4881562" cy="4766179"/>
          </a:xfrm>
          <a:custGeom>
            <a:avLst/>
            <a:gdLst/>
            <a:ahLst/>
            <a:cxnLst/>
            <a:rect r="r" b="b" t="t" l="l"/>
            <a:pathLst>
              <a:path h="4766179" w="4881562">
                <a:moveTo>
                  <a:pt x="0" y="0"/>
                </a:moveTo>
                <a:lnTo>
                  <a:pt x="4881561" y="0"/>
                </a:lnTo>
                <a:lnTo>
                  <a:pt x="4881561" y="4766179"/>
                </a:lnTo>
                <a:lnTo>
                  <a:pt x="0" y="476617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3093133" y="660493"/>
            <a:ext cx="3375401" cy="4618087"/>
          </a:xfrm>
          <a:custGeom>
            <a:avLst/>
            <a:gdLst/>
            <a:ahLst/>
            <a:cxnLst/>
            <a:rect r="r" b="b" t="t" l="l"/>
            <a:pathLst>
              <a:path h="4618087" w="3375401">
                <a:moveTo>
                  <a:pt x="3375402" y="0"/>
                </a:moveTo>
                <a:lnTo>
                  <a:pt x="0" y="0"/>
                </a:lnTo>
                <a:lnTo>
                  <a:pt x="0" y="4618087"/>
                </a:lnTo>
                <a:lnTo>
                  <a:pt x="3375402" y="4618087"/>
                </a:lnTo>
                <a:lnTo>
                  <a:pt x="3375402"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953488" y="8599648"/>
            <a:ext cx="4142521" cy="2907297"/>
          </a:xfrm>
          <a:custGeom>
            <a:avLst/>
            <a:gdLst/>
            <a:ahLst/>
            <a:cxnLst/>
            <a:rect r="r" b="b" t="t" l="l"/>
            <a:pathLst>
              <a:path h="2907297" w="4142521">
                <a:moveTo>
                  <a:pt x="0" y="0"/>
                </a:moveTo>
                <a:lnTo>
                  <a:pt x="4142521" y="0"/>
                </a:lnTo>
                <a:lnTo>
                  <a:pt x="4142521" y="2907297"/>
                </a:lnTo>
                <a:lnTo>
                  <a:pt x="0" y="290729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2330475" y="7933262"/>
            <a:ext cx="4900719" cy="3154281"/>
          </a:xfrm>
          <a:custGeom>
            <a:avLst/>
            <a:gdLst/>
            <a:ahLst/>
            <a:cxnLst/>
            <a:rect r="r" b="b" t="t" l="l"/>
            <a:pathLst>
              <a:path h="3154281" w="4900719">
                <a:moveTo>
                  <a:pt x="0" y="0"/>
                </a:moveTo>
                <a:lnTo>
                  <a:pt x="4900718" y="0"/>
                </a:lnTo>
                <a:lnTo>
                  <a:pt x="4900718" y="3154281"/>
                </a:lnTo>
                <a:lnTo>
                  <a:pt x="0" y="315428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true" flipV="false" rot="0">
            <a:off x="-451645" y="353403"/>
            <a:ext cx="2640678" cy="3752902"/>
          </a:xfrm>
          <a:custGeom>
            <a:avLst/>
            <a:gdLst/>
            <a:ahLst/>
            <a:cxnLst/>
            <a:rect r="r" b="b" t="t" l="l"/>
            <a:pathLst>
              <a:path h="3752902" w="2640678">
                <a:moveTo>
                  <a:pt x="2640678" y="0"/>
                </a:moveTo>
                <a:lnTo>
                  <a:pt x="0" y="0"/>
                </a:lnTo>
                <a:lnTo>
                  <a:pt x="0" y="3752902"/>
                </a:lnTo>
                <a:lnTo>
                  <a:pt x="2640678" y="3752902"/>
                </a:lnTo>
                <a:lnTo>
                  <a:pt x="2640678"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true" flipV="false" rot="0">
            <a:off x="5166457" y="5689401"/>
            <a:ext cx="1302078" cy="2819460"/>
          </a:xfrm>
          <a:custGeom>
            <a:avLst/>
            <a:gdLst/>
            <a:ahLst/>
            <a:cxnLst/>
            <a:rect r="r" b="b" t="t" l="l"/>
            <a:pathLst>
              <a:path h="2819460" w="1302078">
                <a:moveTo>
                  <a:pt x="1302078" y="0"/>
                </a:moveTo>
                <a:lnTo>
                  <a:pt x="0" y="0"/>
                </a:lnTo>
                <a:lnTo>
                  <a:pt x="0" y="2819460"/>
                </a:lnTo>
                <a:lnTo>
                  <a:pt x="1302078" y="2819460"/>
                </a:lnTo>
                <a:lnTo>
                  <a:pt x="1302078"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8" id="8"/>
          <p:cNvSpPr txBox="true"/>
          <p:nvPr/>
        </p:nvSpPr>
        <p:spPr>
          <a:xfrm rot="0">
            <a:off x="8683503" y="6767270"/>
            <a:ext cx="6658997" cy="2197608"/>
          </a:xfrm>
          <a:prstGeom prst="rect">
            <a:avLst/>
          </a:prstGeom>
        </p:spPr>
        <p:txBody>
          <a:bodyPr anchor="t" rtlCol="false" tIns="0" lIns="0" bIns="0" rIns="0">
            <a:spAutoFit/>
          </a:bodyPr>
          <a:lstStyle/>
          <a:p>
            <a:pPr algn="l">
              <a:lnSpc>
                <a:spcPts val="3590"/>
              </a:lnSpc>
            </a:pPr>
            <a:r>
              <a:rPr lang="en-US" sz="2100">
                <a:solidFill>
                  <a:srgbClr val="1C0140"/>
                </a:solidFill>
                <a:latin typeface="Proxima Nova"/>
                <a:ea typeface="Proxima Nova"/>
                <a:cs typeface="Proxima Nova"/>
                <a:sym typeface="Proxima Nova"/>
              </a:rPr>
              <a:t>Lorem ipsum dolor sit amet, consectetur adipiscing elit, sed do eiusmod tempor incididunt ut labore et dolore magna aliqua. Ut enim ad minim veniam, quis nostrud exercitation ullamco laboris nisi ut aliquip ex ea commodo consequat. </a:t>
            </a:r>
          </a:p>
        </p:txBody>
      </p:sp>
      <p:sp>
        <p:nvSpPr>
          <p:cNvPr name="TextBox 9" id="9"/>
          <p:cNvSpPr txBox="true"/>
          <p:nvPr/>
        </p:nvSpPr>
        <p:spPr>
          <a:xfrm rot="0">
            <a:off x="8683503" y="4841639"/>
            <a:ext cx="5481737" cy="1302258"/>
          </a:xfrm>
          <a:prstGeom prst="rect">
            <a:avLst/>
          </a:prstGeom>
        </p:spPr>
        <p:txBody>
          <a:bodyPr anchor="t" rtlCol="false" tIns="0" lIns="0" bIns="0" rIns="0">
            <a:spAutoFit/>
          </a:bodyPr>
          <a:lstStyle/>
          <a:p>
            <a:pPr algn="l">
              <a:lnSpc>
                <a:spcPts val="3590"/>
              </a:lnSpc>
            </a:pPr>
            <a:r>
              <a:rPr lang="en-US" sz="2100">
                <a:solidFill>
                  <a:srgbClr val="1C0140"/>
                </a:solidFill>
                <a:latin typeface="Proxima Nova"/>
                <a:ea typeface="Proxima Nova"/>
                <a:cs typeface="Proxima Nova"/>
                <a:sym typeface="Proxima Nova"/>
              </a:rPr>
              <a:t>Lorem ipsum dolor sit amet, consectetur adipiscing elit, sed do eiusmod tempor incididunt ut labore et dolore magna aliqua. </a:t>
            </a:r>
          </a:p>
        </p:txBody>
      </p:sp>
      <p:sp>
        <p:nvSpPr>
          <p:cNvPr name="TextBox 10" id="10"/>
          <p:cNvSpPr txBox="true"/>
          <p:nvPr/>
        </p:nvSpPr>
        <p:spPr>
          <a:xfrm rot="0">
            <a:off x="8683503" y="1665022"/>
            <a:ext cx="9038063" cy="2693453"/>
          </a:xfrm>
          <a:prstGeom prst="rect">
            <a:avLst/>
          </a:prstGeom>
        </p:spPr>
        <p:txBody>
          <a:bodyPr anchor="t" rtlCol="false" tIns="0" lIns="0" bIns="0" rIns="0">
            <a:spAutoFit/>
          </a:bodyPr>
          <a:lstStyle/>
          <a:p>
            <a:pPr algn="l">
              <a:lnSpc>
                <a:spcPts val="10131"/>
              </a:lnSpc>
            </a:pPr>
            <a:r>
              <a:rPr lang="en-US" sz="11513" spc="-725" b="true">
                <a:solidFill>
                  <a:srgbClr val="1C0140"/>
                </a:solidFill>
                <a:latin typeface="Proxima Nova Bold"/>
                <a:ea typeface="Proxima Nova Bold"/>
                <a:cs typeface="Proxima Nova Bold"/>
                <a:sym typeface="Proxima Nova Bold"/>
              </a:rPr>
              <a:t>03. Our</a:t>
            </a:r>
          </a:p>
          <a:p>
            <a:pPr algn="l">
              <a:lnSpc>
                <a:spcPts val="10131"/>
              </a:lnSpc>
            </a:pPr>
            <a:r>
              <a:rPr lang="en-US" sz="11513" spc="-725" b="true">
                <a:solidFill>
                  <a:srgbClr val="1C0140"/>
                </a:solidFill>
                <a:latin typeface="Proxima Nova Bold"/>
                <a:ea typeface="Proxima Nova Bold"/>
                <a:cs typeface="Proxima Nova Bold"/>
                <a:sym typeface="Proxima Nova Bold"/>
              </a:rPr>
              <a:t>Brand Mission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9FCDFF"/>
        </a:solidFill>
      </p:bgPr>
    </p:bg>
    <p:spTree>
      <p:nvGrpSpPr>
        <p:cNvPr id="1" name=""/>
        <p:cNvGrpSpPr/>
        <p:nvPr/>
      </p:nvGrpSpPr>
      <p:grpSpPr>
        <a:xfrm>
          <a:off x="0" y="0"/>
          <a:ext cx="0" cy="0"/>
          <a:chOff x="0" y="0"/>
          <a:chExt cx="0" cy="0"/>
        </a:xfrm>
      </p:grpSpPr>
      <p:sp>
        <p:nvSpPr>
          <p:cNvPr name="Freeform 2" id="2"/>
          <p:cNvSpPr/>
          <p:nvPr/>
        </p:nvSpPr>
        <p:spPr>
          <a:xfrm flipH="false" flipV="false" rot="0">
            <a:off x="8212772" y="8251110"/>
            <a:ext cx="7607678" cy="4813586"/>
          </a:xfrm>
          <a:custGeom>
            <a:avLst/>
            <a:gdLst/>
            <a:ahLst/>
            <a:cxnLst/>
            <a:rect r="r" b="b" t="t" l="l"/>
            <a:pathLst>
              <a:path h="4813586" w="7607678">
                <a:moveTo>
                  <a:pt x="0" y="0"/>
                </a:moveTo>
                <a:lnTo>
                  <a:pt x="7607679" y="0"/>
                </a:lnTo>
                <a:lnTo>
                  <a:pt x="7607679" y="4813586"/>
                </a:lnTo>
                <a:lnTo>
                  <a:pt x="0" y="48135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1681933" y="4146056"/>
            <a:ext cx="3292727" cy="5310849"/>
          </a:xfrm>
          <a:custGeom>
            <a:avLst/>
            <a:gdLst/>
            <a:ahLst/>
            <a:cxnLst/>
            <a:rect r="r" b="b" t="t" l="l"/>
            <a:pathLst>
              <a:path h="5310849" w="3292727">
                <a:moveTo>
                  <a:pt x="0" y="0"/>
                </a:moveTo>
                <a:lnTo>
                  <a:pt x="3292727" y="0"/>
                </a:lnTo>
                <a:lnTo>
                  <a:pt x="3292727" y="5310849"/>
                </a:lnTo>
                <a:lnTo>
                  <a:pt x="0" y="531084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479773" y="6145918"/>
            <a:ext cx="3168214" cy="4813586"/>
          </a:xfrm>
          <a:custGeom>
            <a:avLst/>
            <a:gdLst/>
            <a:ahLst/>
            <a:cxnLst/>
            <a:rect r="r" b="b" t="t" l="l"/>
            <a:pathLst>
              <a:path h="4813586" w="3168214">
                <a:moveTo>
                  <a:pt x="0" y="0"/>
                </a:moveTo>
                <a:lnTo>
                  <a:pt x="3168214" y="0"/>
                </a:lnTo>
                <a:lnTo>
                  <a:pt x="3168214" y="4813585"/>
                </a:lnTo>
                <a:lnTo>
                  <a:pt x="0" y="481358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3798661" y="1432573"/>
            <a:ext cx="2984423" cy="4813586"/>
          </a:xfrm>
          <a:custGeom>
            <a:avLst/>
            <a:gdLst/>
            <a:ahLst/>
            <a:cxnLst/>
            <a:rect r="r" b="b" t="t" l="l"/>
            <a:pathLst>
              <a:path h="4813586" w="2984423">
                <a:moveTo>
                  <a:pt x="0" y="0"/>
                </a:moveTo>
                <a:lnTo>
                  <a:pt x="2984423" y="0"/>
                </a:lnTo>
                <a:lnTo>
                  <a:pt x="2984423" y="4813585"/>
                </a:lnTo>
                <a:lnTo>
                  <a:pt x="0" y="481358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1681933" y="541097"/>
            <a:ext cx="1523200" cy="3298268"/>
          </a:xfrm>
          <a:custGeom>
            <a:avLst/>
            <a:gdLst/>
            <a:ahLst/>
            <a:cxnLst/>
            <a:rect r="r" b="b" t="t" l="l"/>
            <a:pathLst>
              <a:path h="3298268" w="1523200">
                <a:moveTo>
                  <a:pt x="0" y="0"/>
                </a:moveTo>
                <a:lnTo>
                  <a:pt x="1523200" y="0"/>
                </a:lnTo>
                <a:lnTo>
                  <a:pt x="1523200" y="3298268"/>
                </a:lnTo>
                <a:lnTo>
                  <a:pt x="0" y="329826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9699662" y="4356453"/>
            <a:ext cx="1477446" cy="3199194"/>
          </a:xfrm>
          <a:custGeom>
            <a:avLst/>
            <a:gdLst/>
            <a:ahLst/>
            <a:cxnLst/>
            <a:rect r="r" b="b" t="t" l="l"/>
            <a:pathLst>
              <a:path h="3199194" w="1477446">
                <a:moveTo>
                  <a:pt x="0" y="0"/>
                </a:moveTo>
                <a:lnTo>
                  <a:pt x="1477446" y="0"/>
                </a:lnTo>
                <a:lnTo>
                  <a:pt x="1477446" y="3199195"/>
                </a:lnTo>
                <a:lnTo>
                  <a:pt x="0" y="319919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8" id="8"/>
          <p:cNvSpPr txBox="true"/>
          <p:nvPr/>
        </p:nvSpPr>
        <p:spPr>
          <a:xfrm rot="0">
            <a:off x="1562558" y="1663001"/>
            <a:ext cx="9038063" cy="2693453"/>
          </a:xfrm>
          <a:prstGeom prst="rect">
            <a:avLst/>
          </a:prstGeom>
        </p:spPr>
        <p:txBody>
          <a:bodyPr anchor="t" rtlCol="false" tIns="0" lIns="0" bIns="0" rIns="0">
            <a:spAutoFit/>
          </a:bodyPr>
          <a:lstStyle/>
          <a:p>
            <a:pPr algn="l">
              <a:lnSpc>
                <a:spcPts val="10131"/>
              </a:lnSpc>
            </a:pPr>
            <a:r>
              <a:rPr lang="en-US" sz="11513" spc="-725" b="true">
                <a:solidFill>
                  <a:srgbClr val="1C0140"/>
                </a:solidFill>
                <a:latin typeface="Proxima Nova Bold"/>
                <a:ea typeface="Proxima Nova Bold"/>
                <a:cs typeface="Proxima Nova Bold"/>
                <a:sym typeface="Proxima Nova Bold"/>
              </a:rPr>
              <a:t>We provide support</a:t>
            </a:r>
          </a:p>
        </p:txBody>
      </p:sp>
      <p:sp>
        <p:nvSpPr>
          <p:cNvPr name="TextBox 9" id="9"/>
          <p:cNvSpPr txBox="true"/>
          <p:nvPr/>
        </p:nvSpPr>
        <p:spPr>
          <a:xfrm rot="0">
            <a:off x="1562558" y="6769291"/>
            <a:ext cx="6658997" cy="2197608"/>
          </a:xfrm>
          <a:prstGeom prst="rect">
            <a:avLst/>
          </a:prstGeom>
        </p:spPr>
        <p:txBody>
          <a:bodyPr anchor="t" rtlCol="false" tIns="0" lIns="0" bIns="0" rIns="0">
            <a:spAutoFit/>
          </a:bodyPr>
          <a:lstStyle/>
          <a:p>
            <a:pPr algn="l">
              <a:lnSpc>
                <a:spcPts val="3590"/>
              </a:lnSpc>
            </a:pPr>
            <a:r>
              <a:rPr lang="en-US" sz="2100">
                <a:solidFill>
                  <a:srgbClr val="1C0140"/>
                </a:solidFill>
                <a:latin typeface="Proxima Nova"/>
                <a:ea typeface="Proxima Nova"/>
                <a:cs typeface="Proxima Nova"/>
                <a:sym typeface="Proxima Nova"/>
              </a:rPr>
              <a:t>Lorem ipsum dolor sit amet, consectetur adipiscing elit, sed do eiusmod tempor incididunt ut labore et dolore magna aliqua. Ut enim ad minim veniam, quis nostrud exercitation ullamco laboris nisi ut aliquip ex ea commodo consequat. </a:t>
            </a:r>
          </a:p>
        </p:txBody>
      </p:sp>
      <p:sp>
        <p:nvSpPr>
          <p:cNvPr name="TextBox 10" id="10"/>
          <p:cNvSpPr txBox="true"/>
          <p:nvPr/>
        </p:nvSpPr>
        <p:spPr>
          <a:xfrm rot="0">
            <a:off x="1562558" y="4843660"/>
            <a:ext cx="5481737" cy="1302258"/>
          </a:xfrm>
          <a:prstGeom prst="rect">
            <a:avLst/>
          </a:prstGeom>
        </p:spPr>
        <p:txBody>
          <a:bodyPr anchor="t" rtlCol="false" tIns="0" lIns="0" bIns="0" rIns="0">
            <a:spAutoFit/>
          </a:bodyPr>
          <a:lstStyle/>
          <a:p>
            <a:pPr algn="l">
              <a:lnSpc>
                <a:spcPts val="3590"/>
              </a:lnSpc>
            </a:pPr>
            <a:r>
              <a:rPr lang="en-US" sz="2100">
                <a:solidFill>
                  <a:srgbClr val="1C0140"/>
                </a:solidFill>
                <a:latin typeface="Proxima Nova"/>
                <a:ea typeface="Proxima Nova"/>
                <a:cs typeface="Proxima Nova"/>
                <a:sym typeface="Proxima Nova"/>
              </a:rPr>
              <a:t>Lorem ipsum dolor sit amet, consectetur adipiscing elit, sed do eiusmod tempor incididunt ut labore et dolore magna aliqua. </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9FCDFF"/>
        </a:solidFill>
      </p:bgPr>
    </p:bg>
    <p:spTree>
      <p:nvGrpSpPr>
        <p:cNvPr id="1" name=""/>
        <p:cNvGrpSpPr/>
        <p:nvPr/>
      </p:nvGrpSpPr>
      <p:grpSpPr>
        <a:xfrm>
          <a:off x="0" y="0"/>
          <a:ext cx="0" cy="0"/>
          <a:chOff x="0" y="0"/>
          <a:chExt cx="0" cy="0"/>
        </a:xfrm>
      </p:grpSpPr>
      <p:sp>
        <p:nvSpPr>
          <p:cNvPr name="TextBox 2" id="2"/>
          <p:cNvSpPr txBox="true"/>
          <p:nvPr/>
        </p:nvSpPr>
        <p:spPr>
          <a:xfrm rot="0">
            <a:off x="9169339" y="1713861"/>
            <a:ext cx="7333825" cy="1410880"/>
          </a:xfrm>
          <a:prstGeom prst="rect">
            <a:avLst/>
          </a:prstGeom>
        </p:spPr>
        <p:txBody>
          <a:bodyPr anchor="t" rtlCol="false" tIns="0" lIns="0" bIns="0" rIns="0">
            <a:spAutoFit/>
          </a:bodyPr>
          <a:lstStyle/>
          <a:p>
            <a:pPr algn="r">
              <a:lnSpc>
                <a:spcPts val="10131"/>
              </a:lnSpc>
            </a:pPr>
            <a:r>
              <a:rPr lang="en-US" b="true" sz="11513" spc="-725">
                <a:solidFill>
                  <a:srgbClr val="1C0140"/>
                </a:solidFill>
                <a:latin typeface="Proxima Nova Bold"/>
                <a:ea typeface="Proxima Nova Bold"/>
                <a:cs typeface="Proxima Nova Bold"/>
                <a:sym typeface="Proxima Nova Bold"/>
              </a:rPr>
              <a:t>Objectives</a:t>
            </a:r>
          </a:p>
        </p:txBody>
      </p:sp>
      <p:grpSp>
        <p:nvGrpSpPr>
          <p:cNvPr name="Group 3" id="3"/>
          <p:cNvGrpSpPr/>
          <p:nvPr/>
        </p:nvGrpSpPr>
        <p:grpSpPr>
          <a:xfrm rot="0">
            <a:off x="1944774" y="4120019"/>
            <a:ext cx="3354861" cy="4483132"/>
            <a:chOff x="0" y="0"/>
            <a:chExt cx="933099" cy="1246909"/>
          </a:xfrm>
        </p:grpSpPr>
        <p:sp>
          <p:nvSpPr>
            <p:cNvPr name="Freeform 4" id="4"/>
            <p:cNvSpPr/>
            <p:nvPr/>
          </p:nvSpPr>
          <p:spPr>
            <a:xfrm flipH="false" flipV="false" rot="0">
              <a:off x="0" y="0"/>
              <a:ext cx="933099" cy="1246909"/>
            </a:xfrm>
            <a:custGeom>
              <a:avLst/>
              <a:gdLst/>
              <a:ahLst/>
              <a:cxnLst/>
              <a:rect r="r" b="b" t="t" l="l"/>
              <a:pathLst>
                <a:path h="1246909" w="933099">
                  <a:moveTo>
                    <a:pt x="0" y="0"/>
                  </a:moveTo>
                  <a:lnTo>
                    <a:pt x="933099" y="0"/>
                  </a:lnTo>
                  <a:lnTo>
                    <a:pt x="933099" y="1246909"/>
                  </a:lnTo>
                  <a:lnTo>
                    <a:pt x="0" y="1246909"/>
                  </a:lnTo>
                  <a:close/>
                </a:path>
              </a:pathLst>
            </a:custGeom>
            <a:solidFill>
              <a:srgbClr val="5284FF">
                <a:alpha val="89804"/>
              </a:srgbClr>
            </a:solidFill>
          </p:spPr>
        </p:sp>
        <p:sp>
          <p:nvSpPr>
            <p:cNvPr name="TextBox 5" id="5"/>
            <p:cNvSpPr txBox="true"/>
            <p:nvPr/>
          </p:nvSpPr>
          <p:spPr>
            <a:xfrm>
              <a:off x="0" y="-38100"/>
              <a:ext cx="933099" cy="1285009"/>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5680190" y="4120019"/>
            <a:ext cx="3354861" cy="4483132"/>
            <a:chOff x="0" y="0"/>
            <a:chExt cx="933099" cy="1246909"/>
          </a:xfrm>
        </p:grpSpPr>
        <p:sp>
          <p:nvSpPr>
            <p:cNvPr name="Freeform 7" id="7"/>
            <p:cNvSpPr/>
            <p:nvPr/>
          </p:nvSpPr>
          <p:spPr>
            <a:xfrm flipH="false" flipV="false" rot="0">
              <a:off x="0" y="0"/>
              <a:ext cx="933099" cy="1246909"/>
            </a:xfrm>
            <a:custGeom>
              <a:avLst/>
              <a:gdLst/>
              <a:ahLst/>
              <a:cxnLst/>
              <a:rect r="r" b="b" t="t" l="l"/>
              <a:pathLst>
                <a:path h="1246909" w="933099">
                  <a:moveTo>
                    <a:pt x="0" y="0"/>
                  </a:moveTo>
                  <a:lnTo>
                    <a:pt x="933099" y="0"/>
                  </a:lnTo>
                  <a:lnTo>
                    <a:pt x="933099" y="1246909"/>
                  </a:lnTo>
                  <a:lnTo>
                    <a:pt x="0" y="1246909"/>
                  </a:lnTo>
                  <a:close/>
                </a:path>
              </a:pathLst>
            </a:custGeom>
            <a:solidFill>
              <a:srgbClr val="5284FF">
                <a:alpha val="89804"/>
              </a:srgbClr>
            </a:solidFill>
          </p:spPr>
        </p:sp>
        <p:sp>
          <p:nvSpPr>
            <p:cNvPr name="TextBox 8" id="8"/>
            <p:cNvSpPr txBox="true"/>
            <p:nvPr/>
          </p:nvSpPr>
          <p:spPr>
            <a:xfrm>
              <a:off x="0" y="-38100"/>
              <a:ext cx="933099" cy="1285009"/>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412886" y="4120019"/>
            <a:ext cx="3354861" cy="4483132"/>
            <a:chOff x="0" y="0"/>
            <a:chExt cx="933099" cy="1246909"/>
          </a:xfrm>
        </p:grpSpPr>
        <p:sp>
          <p:nvSpPr>
            <p:cNvPr name="Freeform 10" id="10"/>
            <p:cNvSpPr/>
            <p:nvPr/>
          </p:nvSpPr>
          <p:spPr>
            <a:xfrm flipH="false" flipV="false" rot="0">
              <a:off x="0" y="0"/>
              <a:ext cx="933099" cy="1246909"/>
            </a:xfrm>
            <a:custGeom>
              <a:avLst/>
              <a:gdLst/>
              <a:ahLst/>
              <a:cxnLst/>
              <a:rect r="r" b="b" t="t" l="l"/>
              <a:pathLst>
                <a:path h="1246909" w="933099">
                  <a:moveTo>
                    <a:pt x="0" y="0"/>
                  </a:moveTo>
                  <a:lnTo>
                    <a:pt x="933099" y="0"/>
                  </a:lnTo>
                  <a:lnTo>
                    <a:pt x="933099" y="1246909"/>
                  </a:lnTo>
                  <a:lnTo>
                    <a:pt x="0" y="1246909"/>
                  </a:lnTo>
                  <a:close/>
                </a:path>
              </a:pathLst>
            </a:custGeom>
            <a:solidFill>
              <a:srgbClr val="5284FF">
                <a:alpha val="89804"/>
              </a:srgbClr>
            </a:solidFill>
          </p:spPr>
        </p:sp>
        <p:sp>
          <p:nvSpPr>
            <p:cNvPr name="TextBox 11" id="11"/>
            <p:cNvSpPr txBox="true"/>
            <p:nvPr/>
          </p:nvSpPr>
          <p:spPr>
            <a:xfrm>
              <a:off x="0" y="-38100"/>
              <a:ext cx="933099" cy="1285009"/>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13148303" y="4120019"/>
            <a:ext cx="3354861" cy="4483132"/>
            <a:chOff x="0" y="0"/>
            <a:chExt cx="933099" cy="1246909"/>
          </a:xfrm>
        </p:grpSpPr>
        <p:sp>
          <p:nvSpPr>
            <p:cNvPr name="Freeform 13" id="13"/>
            <p:cNvSpPr/>
            <p:nvPr/>
          </p:nvSpPr>
          <p:spPr>
            <a:xfrm flipH="false" flipV="false" rot="0">
              <a:off x="0" y="0"/>
              <a:ext cx="933099" cy="1246909"/>
            </a:xfrm>
            <a:custGeom>
              <a:avLst/>
              <a:gdLst/>
              <a:ahLst/>
              <a:cxnLst/>
              <a:rect r="r" b="b" t="t" l="l"/>
              <a:pathLst>
                <a:path h="1246909" w="933099">
                  <a:moveTo>
                    <a:pt x="0" y="0"/>
                  </a:moveTo>
                  <a:lnTo>
                    <a:pt x="933099" y="0"/>
                  </a:lnTo>
                  <a:lnTo>
                    <a:pt x="933099" y="1246909"/>
                  </a:lnTo>
                  <a:lnTo>
                    <a:pt x="0" y="1246909"/>
                  </a:lnTo>
                  <a:close/>
                </a:path>
              </a:pathLst>
            </a:custGeom>
            <a:solidFill>
              <a:srgbClr val="5284FF">
                <a:alpha val="89804"/>
              </a:srgbClr>
            </a:solidFill>
          </p:spPr>
        </p:sp>
        <p:sp>
          <p:nvSpPr>
            <p:cNvPr name="TextBox 14" id="14"/>
            <p:cNvSpPr txBox="true"/>
            <p:nvPr/>
          </p:nvSpPr>
          <p:spPr>
            <a:xfrm>
              <a:off x="0" y="-38100"/>
              <a:ext cx="933099" cy="1285009"/>
            </a:xfrm>
            <a:prstGeom prst="rect">
              <a:avLst/>
            </a:prstGeom>
          </p:spPr>
          <p:txBody>
            <a:bodyPr anchor="ctr" rtlCol="false" tIns="50800" lIns="50800" bIns="50800" rIns="50800"/>
            <a:lstStyle/>
            <a:p>
              <a:pPr algn="ctr">
                <a:lnSpc>
                  <a:spcPts val="2659"/>
                </a:lnSpc>
              </a:pPr>
            </a:p>
          </p:txBody>
        </p:sp>
      </p:grpSp>
      <p:sp>
        <p:nvSpPr>
          <p:cNvPr name="TextBox 15" id="15"/>
          <p:cNvSpPr txBox="true"/>
          <p:nvPr/>
        </p:nvSpPr>
        <p:spPr>
          <a:xfrm rot="0">
            <a:off x="2510269" y="5323221"/>
            <a:ext cx="2223870" cy="2633472"/>
          </a:xfrm>
          <a:prstGeom prst="rect">
            <a:avLst/>
          </a:prstGeom>
        </p:spPr>
        <p:txBody>
          <a:bodyPr anchor="t" rtlCol="false" tIns="0" lIns="0" bIns="0" rIns="0">
            <a:spAutoFit/>
          </a:bodyPr>
          <a:lstStyle/>
          <a:p>
            <a:pPr algn="just">
              <a:lnSpc>
                <a:spcPts val="2394"/>
              </a:lnSpc>
            </a:pPr>
            <a:r>
              <a:rPr lang="en-US" sz="1400">
                <a:solidFill>
                  <a:srgbClr val="1C0140"/>
                </a:solidFill>
                <a:latin typeface="Proxima Nova"/>
                <a:ea typeface="Proxima Nova"/>
                <a:cs typeface="Proxima Nova"/>
                <a:sym typeface="Proxima Nova"/>
              </a:rPr>
              <a:t>Lorem ipsum dolor sit amet, consectetur adipiscing elit, sed do eiusmod tempor incididunt ut labore et dolore magna aliqua. Ut enim ad minim veniam, quis nostrud exercitation ullamco laboris nisi ut aliquip ex ea commodo consequat. </a:t>
            </a:r>
          </a:p>
        </p:txBody>
      </p:sp>
      <p:sp>
        <p:nvSpPr>
          <p:cNvPr name="TextBox 16" id="16"/>
          <p:cNvSpPr txBox="true"/>
          <p:nvPr/>
        </p:nvSpPr>
        <p:spPr>
          <a:xfrm rot="0">
            <a:off x="2226652" y="4836189"/>
            <a:ext cx="2791104" cy="307311"/>
          </a:xfrm>
          <a:prstGeom prst="rect">
            <a:avLst/>
          </a:prstGeom>
        </p:spPr>
        <p:txBody>
          <a:bodyPr anchor="t" rtlCol="false" tIns="0" lIns="0" bIns="0" rIns="0">
            <a:spAutoFit/>
          </a:bodyPr>
          <a:lstStyle/>
          <a:p>
            <a:pPr algn="ctr">
              <a:lnSpc>
                <a:spcPts val="2249"/>
              </a:lnSpc>
            </a:pPr>
            <a:r>
              <a:rPr lang="en-US" b="true" sz="2556" spc="-161">
                <a:solidFill>
                  <a:srgbClr val="1C0140"/>
                </a:solidFill>
                <a:latin typeface="Proxima Nova Bold"/>
                <a:ea typeface="Proxima Nova Bold"/>
                <a:cs typeface="Proxima Nova Bold"/>
                <a:sym typeface="Proxima Nova Bold"/>
              </a:rPr>
              <a:t>Objective 1</a:t>
            </a:r>
          </a:p>
        </p:txBody>
      </p:sp>
      <p:sp>
        <p:nvSpPr>
          <p:cNvPr name="TextBox 17" id="17"/>
          <p:cNvSpPr txBox="true"/>
          <p:nvPr/>
        </p:nvSpPr>
        <p:spPr>
          <a:xfrm rot="0">
            <a:off x="6244326" y="5326464"/>
            <a:ext cx="2223870" cy="2633472"/>
          </a:xfrm>
          <a:prstGeom prst="rect">
            <a:avLst/>
          </a:prstGeom>
        </p:spPr>
        <p:txBody>
          <a:bodyPr anchor="t" rtlCol="false" tIns="0" lIns="0" bIns="0" rIns="0">
            <a:spAutoFit/>
          </a:bodyPr>
          <a:lstStyle/>
          <a:p>
            <a:pPr algn="just">
              <a:lnSpc>
                <a:spcPts val="2394"/>
              </a:lnSpc>
            </a:pPr>
            <a:r>
              <a:rPr lang="en-US" sz="1400">
                <a:solidFill>
                  <a:srgbClr val="1C0140"/>
                </a:solidFill>
                <a:latin typeface="Proxima Nova"/>
                <a:ea typeface="Proxima Nova"/>
                <a:cs typeface="Proxima Nova"/>
                <a:sym typeface="Proxima Nova"/>
              </a:rPr>
              <a:t>Lorem ipsum dolor sit amet, consectetur adipiscing elit, sed do eiusmod tempor incididunt ut labore et dolore magna aliqua. Ut enim ad minim veniam, quis nostrud exercitation ullamco laboris nisi ut aliquip ex ea commodo consequat. </a:t>
            </a:r>
          </a:p>
        </p:txBody>
      </p:sp>
      <p:sp>
        <p:nvSpPr>
          <p:cNvPr name="TextBox 18" id="18"/>
          <p:cNvSpPr txBox="true"/>
          <p:nvPr/>
        </p:nvSpPr>
        <p:spPr>
          <a:xfrm rot="0">
            <a:off x="5960709" y="4839433"/>
            <a:ext cx="2791104" cy="307311"/>
          </a:xfrm>
          <a:prstGeom prst="rect">
            <a:avLst/>
          </a:prstGeom>
        </p:spPr>
        <p:txBody>
          <a:bodyPr anchor="t" rtlCol="false" tIns="0" lIns="0" bIns="0" rIns="0">
            <a:spAutoFit/>
          </a:bodyPr>
          <a:lstStyle/>
          <a:p>
            <a:pPr algn="ctr">
              <a:lnSpc>
                <a:spcPts val="2249"/>
              </a:lnSpc>
            </a:pPr>
            <a:r>
              <a:rPr lang="en-US" b="true" sz="2556" spc="-161">
                <a:solidFill>
                  <a:srgbClr val="1C0140"/>
                </a:solidFill>
                <a:latin typeface="Proxima Nova Bold"/>
                <a:ea typeface="Proxima Nova Bold"/>
                <a:cs typeface="Proxima Nova Bold"/>
                <a:sym typeface="Proxima Nova Bold"/>
              </a:rPr>
              <a:t>Objective 2</a:t>
            </a:r>
          </a:p>
        </p:txBody>
      </p:sp>
      <p:sp>
        <p:nvSpPr>
          <p:cNvPr name="TextBox 19" id="19"/>
          <p:cNvSpPr txBox="true"/>
          <p:nvPr/>
        </p:nvSpPr>
        <p:spPr>
          <a:xfrm rot="0">
            <a:off x="9975893" y="5323221"/>
            <a:ext cx="2223870" cy="2633472"/>
          </a:xfrm>
          <a:prstGeom prst="rect">
            <a:avLst/>
          </a:prstGeom>
        </p:spPr>
        <p:txBody>
          <a:bodyPr anchor="t" rtlCol="false" tIns="0" lIns="0" bIns="0" rIns="0">
            <a:spAutoFit/>
          </a:bodyPr>
          <a:lstStyle/>
          <a:p>
            <a:pPr algn="just">
              <a:lnSpc>
                <a:spcPts val="2394"/>
              </a:lnSpc>
            </a:pPr>
            <a:r>
              <a:rPr lang="en-US" sz="1400">
                <a:solidFill>
                  <a:srgbClr val="1C0140"/>
                </a:solidFill>
                <a:latin typeface="Proxima Nova"/>
                <a:ea typeface="Proxima Nova"/>
                <a:cs typeface="Proxima Nova"/>
                <a:sym typeface="Proxima Nova"/>
              </a:rPr>
              <a:t>Lorem ipsum dolor sit amet, consectetur adipiscing elit, sed do eiusmod tempor incididunt ut labore et dolore magna aliqua. Ut enim ad minim veniam, quis nostrud exercitation ullamco laboris nisi ut aliquip ex ea commodo consequat. </a:t>
            </a:r>
          </a:p>
        </p:txBody>
      </p:sp>
      <p:sp>
        <p:nvSpPr>
          <p:cNvPr name="TextBox 20" id="20"/>
          <p:cNvSpPr txBox="true"/>
          <p:nvPr/>
        </p:nvSpPr>
        <p:spPr>
          <a:xfrm rot="0">
            <a:off x="9692276" y="4836189"/>
            <a:ext cx="2791104" cy="307311"/>
          </a:xfrm>
          <a:prstGeom prst="rect">
            <a:avLst/>
          </a:prstGeom>
        </p:spPr>
        <p:txBody>
          <a:bodyPr anchor="t" rtlCol="false" tIns="0" lIns="0" bIns="0" rIns="0">
            <a:spAutoFit/>
          </a:bodyPr>
          <a:lstStyle/>
          <a:p>
            <a:pPr algn="ctr">
              <a:lnSpc>
                <a:spcPts val="2249"/>
              </a:lnSpc>
            </a:pPr>
            <a:r>
              <a:rPr lang="en-US" b="true" sz="2556" spc="-161">
                <a:solidFill>
                  <a:srgbClr val="1C0140"/>
                </a:solidFill>
                <a:latin typeface="Proxima Nova Bold"/>
                <a:ea typeface="Proxima Nova Bold"/>
                <a:cs typeface="Proxima Nova Bold"/>
                <a:sym typeface="Proxima Nova Bold"/>
              </a:rPr>
              <a:t>Objective 3</a:t>
            </a:r>
          </a:p>
        </p:txBody>
      </p:sp>
      <p:sp>
        <p:nvSpPr>
          <p:cNvPr name="TextBox 21" id="21"/>
          <p:cNvSpPr txBox="true"/>
          <p:nvPr/>
        </p:nvSpPr>
        <p:spPr>
          <a:xfrm rot="0">
            <a:off x="13707461" y="5319978"/>
            <a:ext cx="2223870" cy="2633472"/>
          </a:xfrm>
          <a:prstGeom prst="rect">
            <a:avLst/>
          </a:prstGeom>
        </p:spPr>
        <p:txBody>
          <a:bodyPr anchor="t" rtlCol="false" tIns="0" lIns="0" bIns="0" rIns="0">
            <a:spAutoFit/>
          </a:bodyPr>
          <a:lstStyle/>
          <a:p>
            <a:pPr algn="just">
              <a:lnSpc>
                <a:spcPts val="2394"/>
              </a:lnSpc>
            </a:pPr>
            <a:r>
              <a:rPr lang="en-US" sz="1400">
                <a:solidFill>
                  <a:srgbClr val="1C0140"/>
                </a:solidFill>
                <a:latin typeface="Proxima Nova"/>
                <a:ea typeface="Proxima Nova"/>
                <a:cs typeface="Proxima Nova"/>
                <a:sym typeface="Proxima Nova"/>
              </a:rPr>
              <a:t>Lorem ipsum dolor sit amet, consectetur adipiscing elit, sed do eiusmod tempor incididunt ut labore et dolore magna aliqua. Ut enim ad minim veniam, quis nostrud exercitation ullamco laboris nisi ut aliquip ex ea commodo consequat. </a:t>
            </a:r>
          </a:p>
        </p:txBody>
      </p:sp>
      <p:sp>
        <p:nvSpPr>
          <p:cNvPr name="TextBox 22" id="22"/>
          <p:cNvSpPr txBox="true"/>
          <p:nvPr/>
        </p:nvSpPr>
        <p:spPr>
          <a:xfrm rot="0">
            <a:off x="13423844" y="4832946"/>
            <a:ext cx="2791104" cy="307311"/>
          </a:xfrm>
          <a:prstGeom prst="rect">
            <a:avLst/>
          </a:prstGeom>
        </p:spPr>
        <p:txBody>
          <a:bodyPr anchor="t" rtlCol="false" tIns="0" lIns="0" bIns="0" rIns="0">
            <a:spAutoFit/>
          </a:bodyPr>
          <a:lstStyle/>
          <a:p>
            <a:pPr algn="ctr">
              <a:lnSpc>
                <a:spcPts val="2249"/>
              </a:lnSpc>
            </a:pPr>
            <a:r>
              <a:rPr lang="en-US" b="true" sz="2556" spc="-161">
                <a:solidFill>
                  <a:srgbClr val="1C0140"/>
                </a:solidFill>
                <a:latin typeface="Proxima Nova Bold"/>
                <a:ea typeface="Proxima Nova Bold"/>
                <a:cs typeface="Proxima Nova Bold"/>
                <a:sym typeface="Proxima Nova Bold"/>
              </a:rPr>
              <a:t>Objective 4</a:t>
            </a:r>
          </a:p>
        </p:txBody>
      </p:sp>
      <p:sp>
        <p:nvSpPr>
          <p:cNvPr name="Freeform 23" id="23"/>
          <p:cNvSpPr/>
          <p:nvPr/>
        </p:nvSpPr>
        <p:spPr>
          <a:xfrm flipH="false" flipV="false" rot="0">
            <a:off x="627923" y="-1257149"/>
            <a:ext cx="4106217" cy="4571699"/>
          </a:xfrm>
          <a:custGeom>
            <a:avLst/>
            <a:gdLst/>
            <a:ahLst/>
            <a:cxnLst/>
            <a:rect r="r" b="b" t="t" l="l"/>
            <a:pathLst>
              <a:path h="4571699" w="4106217">
                <a:moveTo>
                  <a:pt x="0" y="0"/>
                </a:moveTo>
                <a:lnTo>
                  <a:pt x="4106216" y="0"/>
                </a:lnTo>
                <a:lnTo>
                  <a:pt x="4106216" y="4571698"/>
                </a:lnTo>
                <a:lnTo>
                  <a:pt x="0" y="45716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4" id="24"/>
          <p:cNvSpPr/>
          <p:nvPr/>
        </p:nvSpPr>
        <p:spPr>
          <a:xfrm flipH="false" flipV="false" rot="0">
            <a:off x="-2200587" y="-2810600"/>
            <a:ext cx="3898412" cy="4571699"/>
          </a:xfrm>
          <a:custGeom>
            <a:avLst/>
            <a:gdLst/>
            <a:ahLst/>
            <a:cxnLst/>
            <a:rect r="r" b="b" t="t" l="l"/>
            <a:pathLst>
              <a:path h="4571699" w="3898412">
                <a:moveTo>
                  <a:pt x="0" y="0"/>
                </a:moveTo>
                <a:lnTo>
                  <a:pt x="3898412" y="0"/>
                </a:lnTo>
                <a:lnTo>
                  <a:pt x="3898412" y="4571698"/>
                </a:lnTo>
                <a:lnTo>
                  <a:pt x="0" y="457169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5" id="25"/>
          <p:cNvSpPr/>
          <p:nvPr/>
        </p:nvSpPr>
        <p:spPr>
          <a:xfrm flipH="false" flipV="false" rot="0">
            <a:off x="-2200587" y="7703353"/>
            <a:ext cx="3341496" cy="4571699"/>
          </a:xfrm>
          <a:custGeom>
            <a:avLst/>
            <a:gdLst/>
            <a:ahLst/>
            <a:cxnLst/>
            <a:rect r="r" b="b" t="t" l="l"/>
            <a:pathLst>
              <a:path h="4571699" w="3341496">
                <a:moveTo>
                  <a:pt x="0" y="0"/>
                </a:moveTo>
                <a:lnTo>
                  <a:pt x="3341496" y="0"/>
                </a:lnTo>
                <a:lnTo>
                  <a:pt x="3341496" y="4571699"/>
                </a:lnTo>
                <a:lnTo>
                  <a:pt x="0" y="457169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6" id="26"/>
          <p:cNvSpPr/>
          <p:nvPr/>
        </p:nvSpPr>
        <p:spPr>
          <a:xfrm flipH="false" flipV="false" rot="0">
            <a:off x="-1573503" y="3134857"/>
            <a:ext cx="2644244" cy="4516565"/>
          </a:xfrm>
          <a:custGeom>
            <a:avLst/>
            <a:gdLst/>
            <a:ahLst/>
            <a:cxnLst/>
            <a:rect r="r" b="b" t="t" l="l"/>
            <a:pathLst>
              <a:path h="4516565" w="2644244">
                <a:moveTo>
                  <a:pt x="0" y="0"/>
                </a:moveTo>
                <a:lnTo>
                  <a:pt x="2644244" y="0"/>
                </a:lnTo>
                <a:lnTo>
                  <a:pt x="2644244" y="4516565"/>
                </a:lnTo>
                <a:lnTo>
                  <a:pt x="0" y="451656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9FCDFF"/>
        </a:solidFill>
      </p:bgPr>
    </p:bg>
    <p:spTree>
      <p:nvGrpSpPr>
        <p:cNvPr id="1" name=""/>
        <p:cNvGrpSpPr/>
        <p:nvPr/>
      </p:nvGrpSpPr>
      <p:grpSpPr>
        <a:xfrm>
          <a:off x="0" y="0"/>
          <a:ext cx="0" cy="0"/>
          <a:chOff x="0" y="0"/>
          <a:chExt cx="0" cy="0"/>
        </a:xfrm>
      </p:grpSpPr>
      <p:sp>
        <p:nvSpPr>
          <p:cNvPr name="TextBox 2" id="2"/>
          <p:cNvSpPr txBox="true"/>
          <p:nvPr/>
        </p:nvSpPr>
        <p:spPr>
          <a:xfrm rot="0">
            <a:off x="8391582" y="6564847"/>
            <a:ext cx="9038063" cy="2693453"/>
          </a:xfrm>
          <a:prstGeom prst="rect">
            <a:avLst/>
          </a:prstGeom>
        </p:spPr>
        <p:txBody>
          <a:bodyPr anchor="t" rtlCol="false" tIns="0" lIns="0" bIns="0" rIns="0">
            <a:spAutoFit/>
          </a:bodyPr>
          <a:lstStyle/>
          <a:p>
            <a:pPr algn="l">
              <a:lnSpc>
                <a:spcPts val="10131"/>
              </a:lnSpc>
            </a:pPr>
            <a:r>
              <a:rPr lang="en-US" sz="11513" spc="-725" b="true">
                <a:solidFill>
                  <a:srgbClr val="1C0140"/>
                </a:solidFill>
                <a:latin typeface="Proxima Nova Bold"/>
                <a:ea typeface="Proxima Nova Bold"/>
                <a:cs typeface="Proxima Nova Bold"/>
                <a:sym typeface="Proxima Nova Bold"/>
              </a:rPr>
              <a:t>Digital Service Cloud platform</a:t>
            </a:r>
          </a:p>
        </p:txBody>
      </p:sp>
      <p:sp>
        <p:nvSpPr>
          <p:cNvPr name="TextBox 3" id="3"/>
          <p:cNvSpPr txBox="true"/>
          <p:nvPr/>
        </p:nvSpPr>
        <p:spPr>
          <a:xfrm rot="0">
            <a:off x="8579736" y="3520584"/>
            <a:ext cx="6658997" cy="2197608"/>
          </a:xfrm>
          <a:prstGeom prst="rect">
            <a:avLst/>
          </a:prstGeom>
        </p:spPr>
        <p:txBody>
          <a:bodyPr anchor="t" rtlCol="false" tIns="0" lIns="0" bIns="0" rIns="0">
            <a:spAutoFit/>
          </a:bodyPr>
          <a:lstStyle/>
          <a:p>
            <a:pPr algn="l">
              <a:lnSpc>
                <a:spcPts val="3590"/>
              </a:lnSpc>
            </a:pPr>
            <a:r>
              <a:rPr lang="en-US" sz="2100">
                <a:solidFill>
                  <a:srgbClr val="1C0140"/>
                </a:solidFill>
                <a:latin typeface="Proxima Nova"/>
                <a:ea typeface="Proxima Nova"/>
                <a:cs typeface="Proxima Nova"/>
                <a:sym typeface="Proxima Nova"/>
              </a:rPr>
              <a:t>Lorem ipsum dolor sit amet, consectetur adipiscing elit, sed do eiusmod tempor incididunt ut labore et dolore magna aliqua. Ut enim ad minim veniam, quis nostrud exercitation ullamco laboris nisi ut aliquip ex ea commodo consequat. </a:t>
            </a:r>
          </a:p>
        </p:txBody>
      </p:sp>
      <p:sp>
        <p:nvSpPr>
          <p:cNvPr name="TextBox 4" id="4"/>
          <p:cNvSpPr txBox="true"/>
          <p:nvPr/>
        </p:nvSpPr>
        <p:spPr>
          <a:xfrm rot="0">
            <a:off x="8579736" y="1594952"/>
            <a:ext cx="5481737" cy="1302258"/>
          </a:xfrm>
          <a:prstGeom prst="rect">
            <a:avLst/>
          </a:prstGeom>
        </p:spPr>
        <p:txBody>
          <a:bodyPr anchor="t" rtlCol="false" tIns="0" lIns="0" bIns="0" rIns="0">
            <a:spAutoFit/>
          </a:bodyPr>
          <a:lstStyle/>
          <a:p>
            <a:pPr algn="l">
              <a:lnSpc>
                <a:spcPts val="3590"/>
              </a:lnSpc>
            </a:pPr>
            <a:r>
              <a:rPr lang="en-US" sz="2100">
                <a:solidFill>
                  <a:srgbClr val="1C0140"/>
                </a:solidFill>
                <a:latin typeface="Proxima Nova"/>
                <a:ea typeface="Proxima Nova"/>
                <a:cs typeface="Proxima Nova"/>
                <a:sym typeface="Proxima Nova"/>
              </a:rPr>
              <a:t>Lorem ipsum dolor sit amet, consectetur adipiscing elit, sed do eiusmod tempor incididunt ut labore et dolore magna aliqua. </a:t>
            </a:r>
          </a:p>
        </p:txBody>
      </p:sp>
      <p:sp>
        <p:nvSpPr>
          <p:cNvPr name="Freeform 5" id="5"/>
          <p:cNvSpPr/>
          <p:nvPr/>
        </p:nvSpPr>
        <p:spPr>
          <a:xfrm flipH="false" flipV="false" rot="0">
            <a:off x="-620396" y="-514779"/>
            <a:ext cx="2870338" cy="4902751"/>
          </a:xfrm>
          <a:custGeom>
            <a:avLst/>
            <a:gdLst/>
            <a:ahLst/>
            <a:cxnLst/>
            <a:rect r="r" b="b" t="t" l="l"/>
            <a:pathLst>
              <a:path h="4902751" w="2870338">
                <a:moveTo>
                  <a:pt x="0" y="0"/>
                </a:moveTo>
                <a:lnTo>
                  <a:pt x="2870338" y="0"/>
                </a:lnTo>
                <a:lnTo>
                  <a:pt x="2870338" y="4902752"/>
                </a:lnTo>
                <a:lnTo>
                  <a:pt x="0" y="490275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476274" y="4387973"/>
            <a:ext cx="5511729" cy="3868232"/>
          </a:xfrm>
          <a:custGeom>
            <a:avLst/>
            <a:gdLst/>
            <a:ahLst/>
            <a:cxnLst/>
            <a:rect r="r" b="b" t="t" l="l"/>
            <a:pathLst>
              <a:path h="3868232" w="5511729">
                <a:moveTo>
                  <a:pt x="0" y="0"/>
                </a:moveTo>
                <a:lnTo>
                  <a:pt x="5511729" y="0"/>
                </a:lnTo>
                <a:lnTo>
                  <a:pt x="5511729" y="3868231"/>
                </a:lnTo>
                <a:lnTo>
                  <a:pt x="0" y="386823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2954189" y="980845"/>
            <a:ext cx="3841974" cy="4902751"/>
          </a:xfrm>
          <a:custGeom>
            <a:avLst/>
            <a:gdLst/>
            <a:ahLst/>
            <a:cxnLst/>
            <a:rect r="r" b="b" t="t" l="l"/>
            <a:pathLst>
              <a:path h="4902751" w="3841974">
                <a:moveTo>
                  <a:pt x="0" y="0"/>
                </a:moveTo>
                <a:lnTo>
                  <a:pt x="3841974" y="0"/>
                </a:lnTo>
                <a:lnTo>
                  <a:pt x="3841974" y="4902752"/>
                </a:lnTo>
                <a:lnTo>
                  <a:pt x="0" y="49027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814773" y="6548481"/>
            <a:ext cx="7001733" cy="4532031"/>
          </a:xfrm>
          <a:custGeom>
            <a:avLst/>
            <a:gdLst/>
            <a:ahLst/>
            <a:cxnLst/>
            <a:rect r="r" b="b" t="t" l="l"/>
            <a:pathLst>
              <a:path h="4532031" w="7001733">
                <a:moveTo>
                  <a:pt x="0" y="0"/>
                </a:moveTo>
                <a:lnTo>
                  <a:pt x="7001732" y="0"/>
                </a:lnTo>
                <a:lnTo>
                  <a:pt x="7001732" y="4532031"/>
                </a:lnTo>
                <a:lnTo>
                  <a:pt x="0" y="453203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3958697" y="-793512"/>
            <a:ext cx="1832956" cy="2057400"/>
          </a:xfrm>
          <a:custGeom>
            <a:avLst/>
            <a:gdLst/>
            <a:ahLst/>
            <a:cxnLst/>
            <a:rect r="r" b="b" t="t" l="l"/>
            <a:pathLst>
              <a:path h="2057400" w="1832956">
                <a:moveTo>
                  <a:pt x="0" y="0"/>
                </a:moveTo>
                <a:lnTo>
                  <a:pt x="1832957" y="0"/>
                </a:lnTo>
                <a:lnTo>
                  <a:pt x="1832957" y="2057400"/>
                </a:lnTo>
                <a:lnTo>
                  <a:pt x="0" y="20574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9FCDFF"/>
        </a:solidFill>
      </p:bgPr>
    </p:bg>
    <p:spTree>
      <p:nvGrpSpPr>
        <p:cNvPr id="1" name=""/>
        <p:cNvGrpSpPr/>
        <p:nvPr/>
      </p:nvGrpSpPr>
      <p:grpSpPr>
        <a:xfrm>
          <a:off x="0" y="0"/>
          <a:ext cx="0" cy="0"/>
          <a:chOff x="0" y="0"/>
          <a:chExt cx="0" cy="0"/>
        </a:xfrm>
      </p:grpSpPr>
      <p:sp>
        <p:nvSpPr>
          <p:cNvPr name="TextBox 2" id="2"/>
          <p:cNvSpPr txBox="true"/>
          <p:nvPr/>
        </p:nvSpPr>
        <p:spPr>
          <a:xfrm rot="0">
            <a:off x="10600303" y="6835251"/>
            <a:ext cx="6658997" cy="2197608"/>
          </a:xfrm>
          <a:prstGeom prst="rect">
            <a:avLst/>
          </a:prstGeom>
        </p:spPr>
        <p:txBody>
          <a:bodyPr anchor="t" rtlCol="false" tIns="0" lIns="0" bIns="0" rIns="0">
            <a:spAutoFit/>
          </a:bodyPr>
          <a:lstStyle/>
          <a:p>
            <a:pPr algn="l">
              <a:lnSpc>
                <a:spcPts val="3590"/>
              </a:lnSpc>
            </a:pPr>
            <a:r>
              <a:rPr lang="en-US" sz="2100">
                <a:solidFill>
                  <a:srgbClr val="1C0140"/>
                </a:solidFill>
                <a:latin typeface="Proxima Nova"/>
                <a:ea typeface="Proxima Nova"/>
                <a:cs typeface="Proxima Nova"/>
                <a:sym typeface="Proxima Nova"/>
              </a:rPr>
              <a:t>Lorem ipsum dolor sit amet, consectetur adipiscing elit, sed do eiusmod tempor incididunt ut labore et dolore magna aliqua. Ut enim ad minim veniam, quis nostrud exercitation ullamco laboris nisi ut aliquip ex ea commodo consequat. </a:t>
            </a:r>
          </a:p>
        </p:txBody>
      </p:sp>
      <p:sp>
        <p:nvSpPr>
          <p:cNvPr name="TextBox 3" id="3"/>
          <p:cNvSpPr txBox="true"/>
          <p:nvPr/>
        </p:nvSpPr>
        <p:spPr>
          <a:xfrm rot="0">
            <a:off x="10600303" y="4909619"/>
            <a:ext cx="5481737" cy="1302258"/>
          </a:xfrm>
          <a:prstGeom prst="rect">
            <a:avLst/>
          </a:prstGeom>
        </p:spPr>
        <p:txBody>
          <a:bodyPr anchor="t" rtlCol="false" tIns="0" lIns="0" bIns="0" rIns="0">
            <a:spAutoFit/>
          </a:bodyPr>
          <a:lstStyle/>
          <a:p>
            <a:pPr algn="l">
              <a:lnSpc>
                <a:spcPts val="3590"/>
              </a:lnSpc>
            </a:pPr>
            <a:r>
              <a:rPr lang="en-US" sz="2100">
                <a:solidFill>
                  <a:srgbClr val="1C0140"/>
                </a:solidFill>
                <a:latin typeface="Proxima Nova"/>
                <a:ea typeface="Proxima Nova"/>
                <a:cs typeface="Proxima Nova"/>
                <a:sym typeface="Proxima Nova"/>
              </a:rPr>
              <a:t>Lorem ipsum dolor sit amet, consectetur adipiscing elit, sed do eiusmod tempor incididunt ut labore et dolore magna aliqua. </a:t>
            </a:r>
          </a:p>
        </p:txBody>
      </p:sp>
      <p:sp>
        <p:nvSpPr>
          <p:cNvPr name="TextBox 4" id="4"/>
          <p:cNvSpPr txBox="true"/>
          <p:nvPr/>
        </p:nvSpPr>
        <p:spPr>
          <a:xfrm rot="0">
            <a:off x="5811155" y="1597041"/>
            <a:ext cx="11448145" cy="2693453"/>
          </a:xfrm>
          <a:prstGeom prst="rect">
            <a:avLst/>
          </a:prstGeom>
        </p:spPr>
        <p:txBody>
          <a:bodyPr anchor="t" rtlCol="false" tIns="0" lIns="0" bIns="0" rIns="0">
            <a:spAutoFit/>
          </a:bodyPr>
          <a:lstStyle/>
          <a:p>
            <a:pPr algn="l">
              <a:lnSpc>
                <a:spcPts val="10131"/>
              </a:lnSpc>
            </a:pPr>
            <a:r>
              <a:rPr lang="en-US" sz="11513" spc="-725" b="true">
                <a:solidFill>
                  <a:srgbClr val="1C0140"/>
                </a:solidFill>
                <a:latin typeface="Proxima Nova Bold"/>
                <a:ea typeface="Proxima Nova Bold"/>
                <a:cs typeface="Proxima Nova Bold"/>
                <a:sym typeface="Proxima Nova Bold"/>
              </a:rPr>
              <a:t>Resolving technical problems</a:t>
            </a:r>
          </a:p>
        </p:txBody>
      </p:sp>
      <p:sp>
        <p:nvSpPr>
          <p:cNvPr name="Freeform 5" id="5"/>
          <p:cNvSpPr/>
          <p:nvPr/>
        </p:nvSpPr>
        <p:spPr>
          <a:xfrm flipH="false" flipV="false" rot="0">
            <a:off x="1034028" y="4511494"/>
            <a:ext cx="4492767" cy="4386574"/>
          </a:xfrm>
          <a:custGeom>
            <a:avLst/>
            <a:gdLst/>
            <a:ahLst/>
            <a:cxnLst/>
            <a:rect r="r" b="b" t="t" l="l"/>
            <a:pathLst>
              <a:path h="4386574" w="4492767">
                <a:moveTo>
                  <a:pt x="0" y="0"/>
                </a:moveTo>
                <a:lnTo>
                  <a:pt x="4492767" y="0"/>
                </a:lnTo>
                <a:lnTo>
                  <a:pt x="4492767" y="4386574"/>
                </a:lnTo>
                <a:lnTo>
                  <a:pt x="0" y="43865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false" rot="0">
            <a:off x="-519254" y="-2162654"/>
            <a:ext cx="3106566" cy="4250276"/>
          </a:xfrm>
          <a:custGeom>
            <a:avLst/>
            <a:gdLst/>
            <a:ahLst/>
            <a:cxnLst/>
            <a:rect r="r" b="b" t="t" l="l"/>
            <a:pathLst>
              <a:path h="4250276" w="3106566">
                <a:moveTo>
                  <a:pt x="3106565" y="0"/>
                </a:moveTo>
                <a:lnTo>
                  <a:pt x="0" y="0"/>
                </a:lnTo>
                <a:lnTo>
                  <a:pt x="0" y="4250276"/>
                </a:lnTo>
                <a:lnTo>
                  <a:pt x="3106565" y="4250276"/>
                </a:lnTo>
                <a:lnTo>
                  <a:pt x="3106565"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5811155" y="5480192"/>
            <a:ext cx="3332845" cy="2339051"/>
          </a:xfrm>
          <a:custGeom>
            <a:avLst/>
            <a:gdLst/>
            <a:ahLst/>
            <a:cxnLst/>
            <a:rect r="r" b="b" t="t" l="l"/>
            <a:pathLst>
              <a:path h="2339051" w="3332845">
                <a:moveTo>
                  <a:pt x="0" y="0"/>
                </a:moveTo>
                <a:lnTo>
                  <a:pt x="3332845" y="0"/>
                </a:lnTo>
                <a:lnTo>
                  <a:pt x="3332845" y="2339051"/>
                </a:lnTo>
                <a:lnTo>
                  <a:pt x="0" y="23390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411503" y="9546598"/>
            <a:ext cx="4510398" cy="2903056"/>
          </a:xfrm>
          <a:custGeom>
            <a:avLst/>
            <a:gdLst/>
            <a:ahLst/>
            <a:cxnLst/>
            <a:rect r="r" b="b" t="t" l="l"/>
            <a:pathLst>
              <a:path h="2903056" w="4510398">
                <a:moveTo>
                  <a:pt x="0" y="0"/>
                </a:moveTo>
                <a:lnTo>
                  <a:pt x="4510398" y="0"/>
                </a:lnTo>
                <a:lnTo>
                  <a:pt x="4510398" y="2903056"/>
                </a:lnTo>
                <a:lnTo>
                  <a:pt x="0" y="290305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true" flipV="false" rot="0">
            <a:off x="1034028" y="1524768"/>
            <a:ext cx="2430360" cy="3454000"/>
          </a:xfrm>
          <a:custGeom>
            <a:avLst/>
            <a:gdLst/>
            <a:ahLst/>
            <a:cxnLst/>
            <a:rect r="r" b="b" t="t" l="l"/>
            <a:pathLst>
              <a:path h="3454000" w="2430360">
                <a:moveTo>
                  <a:pt x="2430360" y="0"/>
                </a:moveTo>
                <a:lnTo>
                  <a:pt x="0" y="0"/>
                </a:lnTo>
                <a:lnTo>
                  <a:pt x="0" y="3454000"/>
                </a:lnTo>
                <a:lnTo>
                  <a:pt x="2430360" y="3454000"/>
                </a:lnTo>
                <a:lnTo>
                  <a:pt x="243036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true" flipV="false" rot="0">
            <a:off x="3464388" y="7935917"/>
            <a:ext cx="6357135" cy="4114800"/>
          </a:xfrm>
          <a:custGeom>
            <a:avLst/>
            <a:gdLst/>
            <a:ahLst/>
            <a:cxnLst/>
            <a:rect r="r" b="b" t="t" l="l"/>
            <a:pathLst>
              <a:path h="4114800" w="6357135">
                <a:moveTo>
                  <a:pt x="6357135" y="0"/>
                </a:moveTo>
                <a:lnTo>
                  <a:pt x="0" y="0"/>
                </a:lnTo>
                <a:lnTo>
                  <a:pt x="0" y="4114800"/>
                </a:lnTo>
                <a:lnTo>
                  <a:pt x="6357135" y="4114800"/>
                </a:lnTo>
                <a:lnTo>
                  <a:pt x="6357135"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1" id="11"/>
          <p:cNvSpPr/>
          <p:nvPr/>
        </p:nvSpPr>
        <p:spPr>
          <a:xfrm flipH="true" flipV="false" rot="0">
            <a:off x="-774922" y="2913609"/>
            <a:ext cx="1523200" cy="3298268"/>
          </a:xfrm>
          <a:custGeom>
            <a:avLst/>
            <a:gdLst/>
            <a:ahLst/>
            <a:cxnLst/>
            <a:rect r="r" b="b" t="t" l="l"/>
            <a:pathLst>
              <a:path h="3298268" w="1523200">
                <a:moveTo>
                  <a:pt x="1523200" y="0"/>
                </a:moveTo>
                <a:lnTo>
                  <a:pt x="0" y="0"/>
                </a:lnTo>
                <a:lnTo>
                  <a:pt x="0" y="3298268"/>
                </a:lnTo>
                <a:lnTo>
                  <a:pt x="1523200" y="3298268"/>
                </a:lnTo>
                <a:lnTo>
                  <a:pt x="152320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2" id="12"/>
          <p:cNvSpPr/>
          <p:nvPr/>
        </p:nvSpPr>
        <p:spPr>
          <a:xfrm flipH="true" flipV="false" rot="0">
            <a:off x="-2095261" y="6704781"/>
            <a:ext cx="2640678" cy="3752902"/>
          </a:xfrm>
          <a:custGeom>
            <a:avLst/>
            <a:gdLst/>
            <a:ahLst/>
            <a:cxnLst/>
            <a:rect r="r" b="b" t="t" l="l"/>
            <a:pathLst>
              <a:path h="3752902" w="2640678">
                <a:moveTo>
                  <a:pt x="2640678" y="0"/>
                </a:moveTo>
                <a:lnTo>
                  <a:pt x="0" y="0"/>
                </a:lnTo>
                <a:lnTo>
                  <a:pt x="0" y="3752901"/>
                </a:lnTo>
                <a:lnTo>
                  <a:pt x="2640678" y="3752901"/>
                </a:lnTo>
                <a:lnTo>
                  <a:pt x="2640678"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9FCDFF"/>
        </a:solidFill>
      </p:bgPr>
    </p:bg>
    <p:spTree>
      <p:nvGrpSpPr>
        <p:cNvPr id="1" name=""/>
        <p:cNvGrpSpPr/>
        <p:nvPr/>
      </p:nvGrpSpPr>
      <p:grpSpPr>
        <a:xfrm>
          <a:off x="0" y="0"/>
          <a:ext cx="0" cy="0"/>
          <a:chOff x="0" y="0"/>
          <a:chExt cx="0" cy="0"/>
        </a:xfrm>
      </p:grpSpPr>
      <p:sp>
        <p:nvSpPr>
          <p:cNvPr name="TextBox 2" id="2"/>
          <p:cNvSpPr txBox="true"/>
          <p:nvPr/>
        </p:nvSpPr>
        <p:spPr>
          <a:xfrm rot="0">
            <a:off x="1592664" y="1606629"/>
            <a:ext cx="14798134" cy="1410880"/>
          </a:xfrm>
          <a:prstGeom prst="rect">
            <a:avLst/>
          </a:prstGeom>
        </p:spPr>
        <p:txBody>
          <a:bodyPr anchor="t" rtlCol="false" tIns="0" lIns="0" bIns="0" rIns="0">
            <a:spAutoFit/>
          </a:bodyPr>
          <a:lstStyle/>
          <a:p>
            <a:pPr algn="l">
              <a:lnSpc>
                <a:spcPts val="10131"/>
              </a:lnSpc>
            </a:pPr>
            <a:r>
              <a:rPr lang="en-US" sz="11513" spc="-725" b="true">
                <a:solidFill>
                  <a:srgbClr val="1C0140"/>
                </a:solidFill>
                <a:latin typeface="Proxima Nova Bold"/>
                <a:ea typeface="Proxima Nova Bold"/>
                <a:cs typeface="Proxima Nova Bold"/>
                <a:sym typeface="Proxima Nova Bold"/>
              </a:rPr>
              <a:t>Virus and Malware Help</a:t>
            </a:r>
          </a:p>
        </p:txBody>
      </p:sp>
      <p:sp>
        <p:nvSpPr>
          <p:cNvPr name="TextBox 3" id="3"/>
          <p:cNvSpPr txBox="true"/>
          <p:nvPr/>
        </p:nvSpPr>
        <p:spPr>
          <a:xfrm rot="0">
            <a:off x="1592664" y="3648065"/>
            <a:ext cx="1605120" cy="1410880"/>
          </a:xfrm>
          <a:prstGeom prst="rect">
            <a:avLst/>
          </a:prstGeom>
        </p:spPr>
        <p:txBody>
          <a:bodyPr anchor="t" rtlCol="false" tIns="0" lIns="0" bIns="0" rIns="0">
            <a:spAutoFit/>
          </a:bodyPr>
          <a:lstStyle/>
          <a:p>
            <a:pPr algn="l">
              <a:lnSpc>
                <a:spcPts val="10131"/>
              </a:lnSpc>
            </a:pPr>
            <a:r>
              <a:rPr lang="en-US" sz="11513" spc="-725">
                <a:solidFill>
                  <a:srgbClr val="1C0140"/>
                </a:solidFill>
                <a:latin typeface="Proxima Nova"/>
                <a:ea typeface="Proxima Nova"/>
                <a:cs typeface="Proxima Nova"/>
                <a:sym typeface="Proxima Nova"/>
              </a:rPr>
              <a:t>1.</a:t>
            </a:r>
          </a:p>
        </p:txBody>
      </p:sp>
      <p:sp>
        <p:nvSpPr>
          <p:cNvPr name="TextBox 4" id="4"/>
          <p:cNvSpPr txBox="true"/>
          <p:nvPr/>
        </p:nvSpPr>
        <p:spPr>
          <a:xfrm rot="0">
            <a:off x="3009975" y="3544997"/>
            <a:ext cx="5481737" cy="1302258"/>
          </a:xfrm>
          <a:prstGeom prst="rect">
            <a:avLst/>
          </a:prstGeom>
        </p:spPr>
        <p:txBody>
          <a:bodyPr anchor="t" rtlCol="false" tIns="0" lIns="0" bIns="0" rIns="0">
            <a:spAutoFit/>
          </a:bodyPr>
          <a:lstStyle/>
          <a:p>
            <a:pPr algn="l">
              <a:lnSpc>
                <a:spcPts val="3590"/>
              </a:lnSpc>
            </a:pPr>
            <a:r>
              <a:rPr lang="en-US" sz="2100">
                <a:solidFill>
                  <a:srgbClr val="1C0140"/>
                </a:solidFill>
                <a:latin typeface="Proxima Nova"/>
                <a:ea typeface="Proxima Nova"/>
                <a:cs typeface="Proxima Nova"/>
                <a:sym typeface="Proxima Nova"/>
              </a:rPr>
              <a:t>Lorem ipsum dolor sit amet, consectetur adipiscing elit, sed do eiusmod tempor incididunt ut labore et dolore magna aliqua. </a:t>
            </a:r>
          </a:p>
        </p:txBody>
      </p:sp>
      <p:sp>
        <p:nvSpPr>
          <p:cNvPr name="TextBox 5" id="5"/>
          <p:cNvSpPr txBox="true"/>
          <p:nvPr/>
        </p:nvSpPr>
        <p:spPr>
          <a:xfrm rot="0">
            <a:off x="1592664" y="5525236"/>
            <a:ext cx="1605120" cy="1410880"/>
          </a:xfrm>
          <a:prstGeom prst="rect">
            <a:avLst/>
          </a:prstGeom>
        </p:spPr>
        <p:txBody>
          <a:bodyPr anchor="t" rtlCol="false" tIns="0" lIns="0" bIns="0" rIns="0">
            <a:spAutoFit/>
          </a:bodyPr>
          <a:lstStyle/>
          <a:p>
            <a:pPr algn="l">
              <a:lnSpc>
                <a:spcPts val="10131"/>
              </a:lnSpc>
            </a:pPr>
            <a:r>
              <a:rPr lang="en-US" sz="11513" spc="-725">
                <a:solidFill>
                  <a:srgbClr val="1C0140"/>
                </a:solidFill>
                <a:latin typeface="Proxima Nova"/>
                <a:ea typeface="Proxima Nova"/>
                <a:cs typeface="Proxima Nova"/>
                <a:sym typeface="Proxima Nova"/>
              </a:rPr>
              <a:t>2.</a:t>
            </a:r>
          </a:p>
        </p:txBody>
      </p:sp>
      <p:sp>
        <p:nvSpPr>
          <p:cNvPr name="TextBox 6" id="6"/>
          <p:cNvSpPr txBox="true"/>
          <p:nvPr/>
        </p:nvSpPr>
        <p:spPr>
          <a:xfrm rot="0">
            <a:off x="3009975" y="5422168"/>
            <a:ext cx="5481737" cy="1302258"/>
          </a:xfrm>
          <a:prstGeom prst="rect">
            <a:avLst/>
          </a:prstGeom>
        </p:spPr>
        <p:txBody>
          <a:bodyPr anchor="t" rtlCol="false" tIns="0" lIns="0" bIns="0" rIns="0">
            <a:spAutoFit/>
          </a:bodyPr>
          <a:lstStyle/>
          <a:p>
            <a:pPr algn="l">
              <a:lnSpc>
                <a:spcPts val="3590"/>
              </a:lnSpc>
            </a:pPr>
            <a:r>
              <a:rPr lang="en-US" sz="2100">
                <a:solidFill>
                  <a:srgbClr val="1C0140"/>
                </a:solidFill>
                <a:latin typeface="Proxima Nova"/>
                <a:ea typeface="Proxima Nova"/>
                <a:cs typeface="Proxima Nova"/>
                <a:sym typeface="Proxima Nova"/>
              </a:rPr>
              <a:t>Lorem ipsum dolor sit amet, consectetur adipiscing elit, sed do eiusmod tempor incididunt ut labore et dolore magna aliqua. </a:t>
            </a:r>
          </a:p>
        </p:txBody>
      </p:sp>
      <p:sp>
        <p:nvSpPr>
          <p:cNvPr name="TextBox 7" id="7"/>
          <p:cNvSpPr txBox="true"/>
          <p:nvPr/>
        </p:nvSpPr>
        <p:spPr>
          <a:xfrm rot="0">
            <a:off x="1592664" y="7612391"/>
            <a:ext cx="1605120" cy="1410880"/>
          </a:xfrm>
          <a:prstGeom prst="rect">
            <a:avLst/>
          </a:prstGeom>
        </p:spPr>
        <p:txBody>
          <a:bodyPr anchor="t" rtlCol="false" tIns="0" lIns="0" bIns="0" rIns="0">
            <a:spAutoFit/>
          </a:bodyPr>
          <a:lstStyle/>
          <a:p>
            <a:pPr algn="l">
              <a:lnSpc>
                <a:spcPts val="10131"/>
              </a:lnSpc>
            </a:pPr>
            <a:r>
              <a:rPr lang="en-US" sz="11513" spc="-725">
                <a:solidFill>
                  <a:srgbClr val="1C0140"/>
                </a:solidFill>
                <a:latin typeface="Proxima Nova"/>
                <a:ea typeface="Proxima Nova"/>
                <a:cs typeface="Proxima Nova"/>
                <a:sym typeface="Proxima Nova"/>
              </a:rPr>
              <a:t>3.</a:t>
            </a:r>
          </a:p>
        </p:txBody>
      </p:sp>
      <p:sp>
        <p:nvSpPr>
          <p:cNvPr name="TextBox 8" id="8"/>
          <p:cNvSpPr txBox="true"/>
          <p:nvPr/>
        </p:nvSpPr>
        <p:spPr>
          <a:xfrm rot="0">
            <a:off x="3009975" y="7509323"/>
            <a:ext cx="5481737" cy="1302258"/>
          </a:xfrm>
          <a:prstGeom prst="rect">
            <a:avLst/>
          </a:prstGeom>
        </p:spPr>
        <p:txBody>
          <a:bodyPr anchor="t" rtlCol="false" tIns="0" lIns="0" bIns="0" rIns="0">
            <a:spAutoFit/>
          </a:bodyPr>
          <a:lstStyle/>
          <a:p>
            <a:pPr algn="l">
              <a:lnSpc>
                <a:spcPts val="3590"/>
              </a:lnSpc>
            </a:pPr>
            <a:r>
              <a:rPr lang="en-US" sz="2100">
                <a:solidFill>
                  <a:srgbClr val="1C0140"/>
                </a:solidFill>
                <a:latin typeface="Proxima Nova"/>
                <a:ea typeface="Proxima Nova"/>
                <a:cs typeface="Proxima Nova"/>
                <a:sym typeface="Proxima Nova"/>
              </a:rPr>
              <a:t>Lorem ipsum dolor sit amet, consectetur adipiscing elit, sed do eiusmod tempor incididunt ut labore et dolore magna aliqua. </a:t>
            </a:r>
          </a:p>
        </p:txBody>
      </p:sp>
      <p:sp>
        <p:nvSpPr>
          <p:cNvPr name="Freeform 9" id="9"/>
          <p:cNvSpPr/>
          <p:nvPr/>
        </p:nvSpPr>
        <p:spPr>
          <a:xfrm flipH="false" flipV="false" rot="0">
            <a:off x="13718898" y="5390422"/>
            <a:ext cx="4106217" cy="4571699"/>
          </a:xfrm>
          <a:custGeom>
            <a:avLst/>
            <a:gdLst/>
            <a:ahLst/>
            <a:cxnLst/>
            <a:rect r="r" b="b" t="t" l="l"/>
            <a:pathLst>
              <a:path h="4571699" w="4106217">
                <a:moveTo>
                  <a:pt x="0" y="0"/>
                </a:moveTo>
                <a:lnTo>
                  <a:pt x="4106217" y="0"/>
                </a:lnTo>
                <a:lnTo>
                  <a:pt x="4106217" y="4571698"/>
                </a:lnTo>
                <a:lnTo>
                  <a:pt x="0" y="45716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1173063" y="3623175"/>
            <a:ext cx="3898412" cy="4571699"/>
          </a:xfrm>
          <a:custGeom>
            <a:avLst/>
            <a:gdLst/>
            <a:ahLst/>
            <a:cxnLst/>
            <a:rect r="r" b="b" t="t" l="l"/>
            <a:pathLst>
              <a:path h="4571699" w="3898412">
                <a:moveTo>
                  <a:pt x="0" y="0"/>
                </a:moveTo>
                <a:lnTo>
                  <a:pt x="3898412" y="0"/>
                </a:lnTo>
                <a:lnTo>
                  <a:pt x="3898412" y="4571699"/>
                </a:lnTo>
                <a:lnTo>
                  <a:pt x="0" y="457169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6358208" y="1263729"/>
            <a:ext cx="3341496" cy="4571699"/>
          </a:xfrm>
          <a:custGeom>
            <a:avLst/>
            <a:gdLst/>
            <a:ahLst/>
            <a:cxnLst/>
            <a:rect r="r" b="b" t="t" l="l"/>
            <a:pathLst>
              <a:path h="4571699" w="3341496">
                <a:moveTo>
                  <a:pt x="0" y="0"/>
                </a:moveTo>
                <a:lnTo>
                  <a:pt x="3341496" y="0"/>
                </a:lnTo>
                <a:lnTo>
                  <a:pt x="3341496" y="4571699"/>
                </a:lnTo>
                <a:lnTo>
                  <a:pt x="0" y="457169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0">
            <a:off x="11074655" y="8589082"/>
            <a:ext cx="2644244" cy="4516565"/>
          </a:xfrm>
          <a:custGeom>
            <a:avLst/>
            <a:gdLst/>
            <a:ahLst/>
            <a:cxnLst/>
            <a:rect r="r" b="b" t="t" l="l"/>
            <a:pathLst>
              <a:path h="4516565" w="2644244">
                <a:moveTo>
                  <a:pt x="0" y="0"/>
                </a:moveTo>
                <a:lnTo>
                  <a:pt x="2644243" y="0"/>
                </a:lnTo>
                <a:lnTo>
                  <a:pt x="2644243" y="4516565"/>
                </a:lnTo>
                <a:lnTo>
                  <a:pt x="0" y="451656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3" id="13"/>
          <p:cNvSpPr/>
          <p:nvPr/>
        </p:nvSpPr>
        <p:spPr>
          <a:xfrm flipH="false" flipV="false" rot="0">
            <a:off x="9144000" y="4182055"/>
            <a:ext cx="2848578" cy="1843807"/>
          </a:xfrm>
          <a:custGeom>
            <a:avLst/>
            <a:gdLst/>
            <a:ahLst/>
            <a:cxnLst/>
            <a:rect r="r" b="b" t="t" l="l"/>
            <a:pathLst>
              <a:path h="1843807" w="2848578">
                <a:moveTo>
                  <a:pt x="0" y="0"/>
                </a:moveTo>
                <a:lnTo>
                  <a:pt x="2848578" y="0"/>
                </a:lnTo>
                <a:lnTo>
                  <a:pt x="2848578" y="1843806"/>
                </a:lnTo>
                <a:lnTo>
                  <a:pt x="0" y="184380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9FCDFF"/>
        </a:solidFill>
      </p:bgPr>
    </p:bg>
    <p:spTree>
      <p:nvGrpSpPr>
        <p:cNvPr id="1" name=""/>
        <p:cNvGrpSpPr/>
        <p:nvPr/>
      </p:nvGrpSpPr>
      <p:grpSpPr>
        <a:xfrm>
          <a:off x="0" y="0"/>
          <a:ext cx="0" cy="0"/>
          <a:chOff x="0" y="0"/>
          <a:chExt cx="0" cy="0"/>
        </a:xfrm>
      </p:grpSpPr>
      <p:sp>
        <p:nvSpPr>
          <p:cNvPr name="TextBox 2" id="2"/>
          <p:cNvSpPr txBox="true"/>
          <p:nvPr/>
        </p:nvSpPr>
        <p:spPr>
          <a:xfrm rot="0">
            <a:off x="8367251" y="2101169"/>
            <a:ext cx="7695271" cy="2693453"/>
          </a:xfrm>
          <a:prstGeom prst="rect">
            <a:avLst/>
          </a:prstGeom>
        </p:spPr>
        <p:txBody>
          <a:bodyPr anchor="t" rtlCol="false" tIns="0" lIns="0" bIns="0" rIns="0">
            <a:spAutoFit/>
          </a:bodyPr>
          <a:lstStyle/>
          <a:p>
            <a:pPr algn="l">
              <a:lnSpc>
                <a:spcPts val="10131"/>
              </a:lnSpc>
            </a:pPr>
            <a:r>
              <a:rPr lang="en-US" sz="11513" spc="-725" b="true">
                <a:solidFill>
                  <a:srgbClr val="1C0140"/>
                </a:solidFill>
                <a:latin typeface="Proxima Nova Bold"/>
                <a:ea typeface="Proxima Nova Bold"/>
                <a:cs typeface="Proxima Nova Bold"/>
                <a:sym typeface="Proxima Nova Bold"/>
              </a:rPr>
              <a:t>We provide support</a:t>
            </a:r>
          </a:p>
        </p:txBody>
      </p:sp>
      <p:sp>
        <p:nvSpPr>
          <p:cNvPr name="TextBox 3" id="3"/>
          <p:cNvSpPr txBox="true"/>
          <p:nvPr/>
        </p:nvSpPr>
        <p:spPr>
          <a:xfrm rot="0">
            <a:off x="10624523" y="5238595"/>
            <a:ext cx="5669664" cy="2645283"/>
          </a:xfrm>
          <a:prstGeom prst="rect">
            <a:avLst/>
          </a:prstGeom>
        </p:spPr>
        <p:txBody>
          <a:bodyPr anchor="t" rtlCol="false" tIns="0" lIns="0" bIns="0" rIns="0">
            <a:spAutoFit/>
          </a:bodyPr>
          <a:lstStyle/>
          <a:p>
            <a:pPr algn="l">
              <a:lnSpc>
                <a:spcPts val="3590"/>
              </a:lnSpc>
            </a:pPr>
            <a:r>
              <a:rPr lang="en-US" sz="2100">
                <a:solidFill>
                  <a:srgbClr val="1C0140"/>
                </a:solidFill>
                <a:latin typeface="Proxima Nova"/>
                <a:ea typeface="Proxima Nova"/>
                <a:cs typeface="Proxima Nova"/>
                <a:sym typeface="Proxima Nova"/>
              </a:rPr>
              <a:t>Lorem ipsum dolor sit amet, consectetur adipiscing elit, sed do eiusmod tempor incididunt ut labore et dolore magna aliqua. Ut enim ad minim veniam, quis nostrud exercitation ullamco laboris nisi ut aliquip ex ea commodo consequat. </a:t>
            </a:r>
          </a:p>
        </p:txBody>
      </p:sp>
      <p:sp>
        <p:nvSpPr>
          <p:cNvPr name="Freeform 4" id="4"/>
          <p:cNvSpPr/>
          <p:nvPr/>
        </p:nvSpPr>
        <p:spPr>
          <a:xfrm flipH="false" flipV="false" rot="0">
            <a:off x="821320" y="5615759"/>
            <a:ext cx="6503276" cy="4114800"/>
          </a:xfrm>
          <a:custGeom>
            <a:avLst/>
            <a:gdLst/>
            <a:ahLst/>
            <a:cxnLst/>
            <a:rect r="r" b="b" t="t" l="l"/>
            <a:pathLst>
              <a:path h="4114800" w="6503276">
                <a:moveTo>
                  <a:pt x="0" y="0"/>
                </a:moveTo>
                <a:lnTo>
                  <a:pt x="6503276" y="0"/>
                </a:lnTo>
                <a:lnTo>
                  <a:pt x="6503276"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3786864" y="2106633"/>
            <a:ext cx="2814723" cy="4539876"/>
          </a:xfrm>
          <a:custGeom>
            <a:avLst/>
            <a:gdLst/>
            <a:ahLst/>
            <a:cxnLst/>
            <a:rect r="r" b="b" t="t" l="l"/>
            <a:pathLst>
              <a:path h="4539876" w="2814723">
                <a:moveTo>
                  <a:pt x="0" y="0"/>
                </a:moveTo>
                <a:lnTo>
                  <a:pt x="2814724" y="0"/>
                </a:lnTo>
                <a:lnTo>
                  <a:pt x="2814724" y="4539876"/>
                </a:lnTo>
                <a:lnTo>
                  <a:pt x="0" y="45398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5555416" y="8291512"/>
            <a:ext cx="4100910" cy="2878093"/>
          </a:xfrm>
          <a:custGeom>
            <a:avLst/>
            <a:gdLst/>
            <a:ahLst/>
            <a:cxnLst/>
            <a:rect r="r" b="b" t="t" l="l"/>
            <a:pathLst>
              <a:path h="2878093" w="4100910">
                <a:moveTo>
                  <a:pt x="0" y="0"/>
                </a:moveTo>
                <a:lnTo>
                  <a:pt x="4100910" y="0"/>
                </a:lnTo>
                <a:lnTo>
                  <a:pt x="4100910" y="2878094"/>
                </a:lnTo>
                <a:lnTo>
                  <a:pt x="0" y="287809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338904" y="2531709"/>
            <a:ext cx="2708287" cy="4114800"/>
          </a:xfrm>
          <a:custGeom>
            <a:avLst/>
            <a:gdLst/>
            <a:ahLst/>
            <a:cxnLst/>
            <a:rect r="r" b="b" t="t" l="l"/>
            <a:pathLst>
              <a:path h="4114800" w="2708287">
                <a:moveTo>
                  <a:pt x="0" y="0"/>
                </a:moveTo>
                <a:lnTo>
                  <a:pt x="2708286" y="0"/>
                </a:lnTo>
                <a:lnTo>
                  <a:pt x="2708286"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3092407" y="8229600"/>
            <a:ext cx="6357135" cy="4114800"/>
          </a:xfrm>
          <a:custGeom>
            <a:avLst/>
            <a:gdLst/>
            <a:ahLst/>
            <a:cxnLst/>
            <a:rect r="r" b="b" t="t" l="l"/>
            <a:pathLst>
              <a:path h="4114800" w="6357135">
                <a:moveTo>
                  <a:pt x="0" y="0"/>
                </a:moveTo>
                <a:lnTo>
                  <a:pt x="6357135" y="0"/>
                </a:lnTo>
                <a:lnTo>
                  <a:pt x="6357135"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true" flipV="false" rot="0">
            <a:off x="-454268" y="-1028700"/>
            <a:ext cx="2551176" cy="4114800"/>
          </a:xfrm>
          <a:custGeom>
            <a:avLst/>
            <a:gdLst/>
            <a:ahLst/>
            <a:cxnLst/>
            <a:rect r="r" b="b" t="t" l="l"/>
            <a:pathLst>
              <a:path h="4114800" w="2551176">
                <a:moveTo>
                  <a:pt x="2551176" y="0"/>
                </a:moveTo>
                <a:lnTo>
                  <a:pt x="0" y="0"/>
                </a:lnTo>
                <a:lnTo>
                  <a:pt x="0" y="4114800"/>
                </a:lnTo>
                <a:lnTo>
                  <a:pt x="2551176" y="4114800"/>
                </a:lnTo>
                <a:lnTo>
                  <a:pt x="2551176"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9FCDFF"/>
        </a:solidFill>
      </p:bgPr>
    </p:bg>
    <p:spTree>
      <p:nvGrpSpPr>
        <p:cNvPr id="1" name=""/>
        <p:cNvGrpSpPr/>
        <p:nvPr/>
      </p:nvGrpSpPr>
      <p:grpSpPr>
        <a:xfrm>
          <a:off x="0" y="0"/>
          <a:ext cx="0" cy="0"/>
          <a:chOff x="0" y="0"/>
          <a:chExt cx="0" cy="0"/>
        </a:xfrm>
      </p:grpSpPr>
      <p:sp>
        <p:nvSpPr>
          <p:cNvPr name="TextBox 2" id="2"/>
          <p:cNvSpPr txBox="true"/>
          <p:nvPr/>
        </p:nvSpPr>
        <p:spPr>
          <a:xfrm rot="0">
            <a:off x="10312841" y="6564847"/>
            <a:ext cx="6946459" cy="2693453"/>
          </a:xfrm>
          <a:prstGeom prst="rect">
            <a:avLst/>
          </a:prstGeom>
        </p:spPr>
        <p:txBody>
          <a:bodyPr anchor="t" rtlCol="false" tIns="0" lIns="0" bIns="0" rIns="0">
            <a:spAutoFit/>
          </a:bodyPr>
          <a:lstStyle/>
          <a:p>
            <a:pPr algn="l">
              <a:lnSpc>
                <a:spcPts val="10131"/>
              </a:lnSpc>
            </a:pPr>
            <a:r>
              <a:rPr lang="en-US" sz="11513" spc="-725" b="true">
                <a:solidFill>
                  <a:srgbClr val="1C0140"/>
                </a:solidFill>
                <a:latin typeface="Proxima Nova Bold"/>
                <a:ea typeface="Proxima Nova Bold"/>
                <a:cs typeface="Proxima Nova Bold"/>
                <a:sym typeface="Proxima Nova Bold"/>
              </a:rPr>
              <a:t>Tech solutions</a:t>
            </a:r>
          </a:p>
        </p:txBody>
      </p:sp>
      <p:sp>
        <p:nvSpPr>
          <p:cNvPr name="TextBox 3" id="3"/>
          <p:cNvSpPr txBox="true"/>
          <p:nvPr/>
        </p:nvSpPr>
        <p:spPr>
          <a:xfrm rot="0">
            <a:off x="10312841" y="3439007"/>
            <a:ext cx="6658997" cy="2197608"/>
          </a:xfrm>
          <a:prstGeom prst="rect">
            <a:avLst/>
          </a:prstGeom>
        </p:spPr>
        <p:txBody>
          <a:bodyPr anchor="t" rtlCol="false" tIns="0" lIns="0" bIns="0" rIns="0">
            <a:spAutoFit/>
          </a:bodyPr>
          <a:lstStyle/>
          <a:p>
            <a:pPr algn="l">
              <a:lnSpc>
                <a:spcPts val="3590"/>
              </a:lnSpc>
            </a:pPr>
            <a:r>
              <a:rPr lang="en-US" sz="2100">
                <a:solidFill>
                  <a:srgbClr val="1C0140"/>
                </a:solidFill>
                <a:latin typeface="Proxima Nova"/>
                <a:ea typeface="Proxima Nova"/>
                <a:cs typeface="Proxima Nova"/>
                <a:sym typeface="Proxima Nova"/>
              </a:rPr>
              <a:t>Lorem ipsum dolor sit amet, consectetur adipiscing elit, sed do eiusmod tempor incididunt ut labore et dolore magna aliqua. Ut enim ad minim veniam, quis nostrud exercitation ullamco laboris nisi ut aliquip ex ea commodo consequat. </a:t>
            </a:r>
          </a:p>
        </p:txBody>
      </p:sp>
      <p:sp>
        <p:nvSpPr>
          <p:cNvPr name="TextBox 4" id="4"/>
          <p:cNvSpPr txBox="true"/>
          <p:nvPr/>
        </p:nvSpPr>
        <p:spPr>
          <a:xfrm rot="0">
            <a:off x="10312841" y="1513376"/>
            <a:ext cx="5481737" cy="1302258"/>
          </a:xfrm>
          <a:prstGeom prst="rect">
            <a:avLst/>
          </a:prstGeom>
        </p:spPr>
        <p:txBody>
          <a:bodyPr anchor="t" rtlCol="false" tIns="0" lIns="0" bIns="0" rIns="0">
            <a:spAutoFit/>
          </a:bodyPr>
          <a:lstStyle/>
          <a:p>
            <a:pPr algn="l">
              <a:lnSpc>
                <a:spcPts val="3590"/>
              </a:lnSpc>
            </a:pPr>
            <a:r>
              <a:rPr lang="en-US" sz="2100">
                <a:solidFill>
                  <a:srgbClr val="1C0140"/>
                </a:solidFill>
                <a:latin typeface="Proxima Nova"/>
                <a:ea typeface="Proxima Nova"/>
                <a:cs typeface="Proxima Nova"/>
                <a:sym typeface="Proxima Nova"/>
              </a:rPr>
              <a:t>Lorem ipsum dolor sit amet, consectetur adipiscing elit, sed do eiusmod tempor incididunt ut labore et dolore magna aliqua. </a:t>
            </a:r>
          </a:p>
        </p:txBody>
      </p:sp>
      <p:sp>
        <p:nvSpPr>
          <p:cNvPr name="Freeform 5" id="5"/>
          <p:cNvSpPr/>
          <p:nvPr/>
        </p:nvSpPr>
        <p:spPr>
          <a:xfrm flipH="false" flipV="false" rot="0">
            <a:off x="3995855" y="-1101234"/>
            <a:ext cx="4106217" cy="4571699"/>
          </a:xfrm>
          <a:custGeom>
            <a:avLst/>
            <a:gdLst/>
            <a:ahLst/>
            <a:cxnLst/>
            <a:rect r="r" b="b" t="t" l="l"/>
            <a:pathLst>
              <a:path h="4571699" w="4106217">
                <a:moveTo>
                  <a:pt x="0" y="0"/>
                </a:moveTo>
                <a:lnTo>
                  <a:pt x="4106216" y="0"/>
                </a:lnTo>
                <a:lnTo>
                  <a:pt x="4106216" y="4571699"/>
                </a:lnTo>
                <a:lnTo>
                  <a:pt x="0" y="45716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450019" y="-2868480"/>
            <a:ext cx="3898412" cy="4571699"/>
          </a:xfrm>
          <a:custGeom>
            <a:avLst/>
            <a:gdLst/>
            <a:ahLst/>
            <a:cxnLst/>
            <a:rect r="r" b="b" t="t" l="l"/>
            <a:pathLst>
              <a:path h="4571699" w="3898412">
                <a:moveTo>
                  <a:pt x="0" y="0"/>
                </a:moveTo>
                <a:lnTo>
                  <a:pt x="3898412" y="0"/>
                </a:lnTo>
                <a:lnTo>
                  <a:pt x="3898412" y="4571698"/>
                </a:lnTo>
                <a:lnTo>
                  <a:pt x="0" y="457169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4378215" y="3739242"/>
            <a:ext cx="3341496" cy="4571699"/>
          </a:xfrm>
          <a:custGeom>
            <a:avLst/>
            <a:gdLst/>
            <a:ahLst/>
            <a:cxnLst/>
            <a:rect r="r" b="b" t="t" l="l"/>
            <a:pathLst>
              <a:path h="4571699" w="3341496">
                <a:moveTo>
                  <a:pt x="0" y="0"/>
                </a:moveTo>
                <a:lnTo>
                  <a:pt x="3341496" y="0"/>
                </a:lnTo>
                <a:lnTo>
                  <a:pt x="3341496" y="4571698"/>
                </a:lnTo>
                <a:lnTo>
                  <a:pt x="0" y="457169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351611" y="2097427"/>
            <a:ext cx="2644244" cy="4516565"/>
          </a:xfrm>
          <a:custGeom>
            <a:avLst/>
            <a:gdLst/>
            <a:ahLst/>
            <a:cxnLst/>
            <a:rect r="r" b="b" t="t" l="l"/>
            <a:pathLst>
              <a:path h="4516565" w="2644244">
                <a:moveTo>
                  <a:pt x="0" y="0"/>
                </a:moveTo>
                <a:lnTo>
                  <a:pt x="2644244" y="0"/>
                </a:lnTo>
                <a:lnTo>
                  <a:pt x="2644244" y="4516565"/>
                </a:lnTo>
                <a:lnTo>
                  <a:pt x="0" y="451656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346321" y="7004517"/>
            <a:ext cx="4486171" cy="3148477"/>
          </a:xfrm>
          <a:custGeom>
            <a:avLst/>
            <a:gdLst/>
            <a:ahLst/>
            <a:cxnLst/>
            <a:rect r="r" b="b" t="t" l="l"/>
            <a:pathLst>
              <a:path h="3148477" w="4486171">
                <a:moveTo>
                  <a:pt x="0" y="0"/>
                </a:moveTo>
                <a:lnTo>
                  <a:pt x="4486172" y="0"/>
                </a:lnTo>
                <a:lnTo>
                  <a:pt x="4486172" y="3148477"/>
                </a:lnTo>
                <a:lnTo>
                  <a:pt x="0" y="314847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3399225" y="8701465"/>
            <a:ext cx="4510398" cy="2903056"/>
          </a:xfrm>
          <a:custGeom>
            <a:avLst/>
            <a:gdLst/>
            <a:ahLst/>
            <a:cxnLst/>
            <a:rect r="r" b="b" t="t" l="l"/>
            <a:pathLst>
              <a:path h="2903056" w="4510398">
                <a:moveTo>
                  <a:pt x="0" y="0"/>
                </a:moveTo>
                <a:lnTo>
                  <a:pt x="4510398" y="0"/>
                </a:lnTo>
                <a:lnTo>
                  <a:pt x="4510398" y="2903057"/>
                </a:lnTo>
                <a:lnTo>
                  <a:pt x="0" y="290305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1" id="11"/>
          <p:cNvSpPr/>
          <p:nvPr/>
        </p:nvSpPr>
        <p:spPr>
          <a:xfrm flipH="false" flipV="false" rot="0">
            <a:off x="6295422" y="7779562"/>
            <a:ext cx="2848578" cy="1843807"/>
          </a:xfrm>
          <a:custGeom>
            <a:avLst/>
            <a:gdLst/>
            <a:ahLst/>
            <a:cxnLst/>
            <a:rect r="r" b="b" t="t" l="l"/>
            <a:pathLst>
              <a:path h="1843807" w="2848578">
                <a:moveTo>
                  <a:pt x="0" y="0"/>
                </a:moveTo>
                <a:lnTo>
                  <a:pt x="2848578" y="0"/>
                </a:lnTo>
                <a:lnTo>
                  <a:pt x="2848578" y="1843807"/>
                </a:lnTo>
                <a:lnTo>
                  <a:pt x="0" y="1843807"/>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9FCDFF"/>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a:off x="7962359" y="575160"/>
            <a:ext cx="9714634" cy="9136681"/>
          </a:xfrm>
          <a:prstGeom prst="rect">
            <a:avLst/>
          </a:prstGeom>
        </p:spPr>
      </p:pic>
      <p:sp>
        <p:nvSpPr>
          <p:cNvPr name="TextBox 3" id="3"/>
          <p:cNvSpPr txBox="true"/>
          <p:nvPr/>
        </p:nvSpPr>
        <p:spPr>
          <a:xfrm rot="0">
            <a:off x="1832061" y="5701024"/>
            <a:ext cx="6159427" cy="2693453"/>
          </a:xfrm>
          <a:prstGeom prst="rect">
            <a:avLst/>
          </a:prstGeom>
        </p:spPr>
        <p:txBody>
          <a:bodyPr anchor="t" rtlCol="false" tIns="0" lIns="0" bIns="0" rIns="0">
            <a:spAutoFit/>
          </a:bodyPr>
          <a:lstStyle/>
          <a:p>
            <a:pPr algn="l">
              <a:lnSpc>
                <a:spcPts val="10131"/>
              </a:lnSpc>
            </a:pPr>
            <a:r>
              <a:rPr lang="en-US" sz="11513" spc="-725" b="true">
                <a:solidFill>
                  <a:srgbClr val="1C0140"/>
                </a:solidFill>
                <a:latin typeface="Proxima Nova Bold"/>
                <a:ea typeface="Proxima Nova Bold"/>
                <a:cs typeface="Proxima Nova Bold"/>
                <a:sym typeface="Proxima Nova Bold"/>
              </a:rPr>
              <a:t>Market analysis</a:t>
            </a:r>
          </a:p>
        </p:txBody>
      </p:sp>
      <p:sp>
        <p:nvSpPr>
          <p:cNvPr name="TextBox 4" id="4"/>
          <p:cNvSpPr txBox="true"/>
          <p:nvPr/>
        </p:nvSpPr>
        <p:spPr>
          <a:xfrm rot="0">
            <a:off x="1832061" y="1797273"/>
            <a:ext cx="4377453" cy="3092958"/>
          </a:xfrm>
          <a:prstGeom prst="rect">
            <a:avLst/>
          </a:prstGeom>
        </p:spPr>
        <p:txBody>
          <a:bodyPr anchor="t" rtlCol="false" tIns="0" lIns="0" bIns="0" rIns="0">
            <a:spAutoFit/>
          </a:bodyPr>
          <a:lstStyle/>
          <a:p>
            <a:pPr algn="l">
              <a:lnSpc>
                <a:spcPts val="3590"/>
              </a:lnSpc>
            </a:pPr>
            <a:r>
              <a:rPr lang="en-US" sz="2100">
                <a:solidFill>
                  <a:srgbClr val="1C0140"/>
                </a:solidFill>
                <a:latin typeface="Proxima Nova"/>
                <a:ea typeface="Proxima Nova"/>
                <a:cs typeface="Proxima Nova"/>
                <a:sym typeface="Proxima Nova"/>
              </a:rPr>
              <a:t>Lorem ipsum dolor sit amet, consectetur adipiscing elit, sed do eiusmod tempor incididunt ut labore et dolore magna aliqua. Ut enim ad minim veniam, quis nostrud exercitation ullamco laboris nisi ut aliquip ex ea commodo consequat. </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9FCDFF"/>
        </a:solidFill>
      </p:bgPr>
    </p:bg>
    <p:spTree>
      <p:nvGrpSpPr>
        <p:cNvPr id="1" name=""/>
        <p:cNvGrpSpPr/>
        <p:nvPr/>
      </p:nvGrpSpPr>
      <p:grpSpPr>
        <a:xfrm>
          <a:off x="0" y="0"/>
          <a:ext cx="0" cy="0"/>
          <a:chOff x="0" y="0"/>
          <a:chExt cx="0" cy="0"/>
        </a:xfrm>
      </p:grpSpPr>
      <p:sp>
        <p:nvSpPr>
          <p:cNvPr name="TextBox 2" id="2"/>
          <p:cNvSpPr txBox="true"/>
          <p:nvPr/>
        </p:nvSpPr>
        <p:spPr>
          <a:xfrm rot="0">
            <a:off x="8810211" y="5022786"/>
            <a:ext cx="2045251" cy="356323"/>
          </a:xfrm>
          <a:prstGeom prst="rect">
            <a:avLst/>
          </a:prstGeom>
        </p:spPr>
        <p:txBody>
          <a:bodyPr anchor="t" rtlCol="false" tIns="0" lIns="0" bIns="0" rIns="0">
            <a:spAutoFit/>
          </a:bodyPr>
          <a:lstStyle/>
          <a:p>
            <a:pPr algn="l">
              <a:lnSpc>
                <a:spcPts val="2935"/>
              </a:lnSpc>
            </a:pPr>
            <a:r>
              <a:rPr lang="en-US" sz="2096">
                <a:solidFill>
                  <a:srgbClr val="1C0140"/>
                </a:solidFill>
                <a:latin typeface="Proxima Nova"/>
                <a:ea typeface="Proxima Nova"/>
                <a:cs typeface="Proxima Nova"/>
                <a:sym typeface="Proxima Nova"/>
              </a:rPr>
              <a:t>EMAIL</a:t>
            </a:r>
          </a:p>
        </p:txBody>
      </p:sp>
      <p:sp>
        <p:nvSpPr>
          <p:cNvPr name="TextBox 3" id="3"/>
          <p:cNvSpPr txBox="true"/>
          <p:nvPr/>
        </p:nvSpPr>
        <p:spPr>
          <a:xfrm rot="0">
            <a:off x="8810211" y="6578972"/>
            <a:ext cx="2045251" cy="356323"/>
          </a:xfrm>
          <a:prstGeom prst="rect">
            <a:avLst/>
          </a:prstGeom>
        </p:spPr>
        <p:txBody>
          <a:bodyPr anchor="t" rtlCol="false" tIns="0" lIns="0" bIns="0" rIns="0">
            <a:spAutoFit/>
          </a:bodyPr>
          <a:lstStyle/>
          <a:p>
            <a:pPr algn="l">
              <a:lnSpc>
                <a:spcPts val="2935"/>
              </a:lnSpc>
            </a:pPr>
            <a:r>
              <a:rPr lang="en-US" sz="2096">
                <a:solidFill>
                  <a:srgbClr val="1C0140"/>
                </a:solidFill>
                <a:latin typeface="Proxima Nova"/>
                <a:ea typeface="Proxima Nova"/>
                <a:cs typeface="Proxima Nova"/>
                <a:sym typeface="Proxima Nova"/>
              </a:rPr>
              <a:t>ADDRESS</a:t>
            </a:r>
          </a:p>
        </p:txBody>
      </p:sp>
      <p:sp>
        <p:nvSpPr>
          <p:cNvPr name="TextBox 4" id="4"/>
          <p:cNvSpPr txBox="true"/>
          <p:nvPr/>
        </p:nvSpPr>
        <p:spPr>
          <a:xfrm rot="0">
            <a:off x="13639449" y="5022786"/>
            <a:ext cx="2045251" cy="356323"/>
          </a:xfrm>
          <a:prstGeom prst="rect">
            <a:avLst/>
          </a:prstGeom>
        </p:spPr>
        <p:txBody>
          <a:bodyPr anchor="t" rtlCol="false" tIns="0" lIns="0" bIns="0" rIns="0">
            <a:spAutoFit/>
          </a:bodyPr>
          <a:lstStyle/>
          <a:p>
            <a:pPr algn="l">
              <a:lnSpc>
                <a:spcPts val="2935"/>
              </a:lnSpc>
            </a:pPr>
            <a:r>
              <a:rPr lang="en-US" sz="2096">
                <a:solidFill>
                  <a:srgbClr val="1C0140"/>
                </a:solidFill>
                <a:latin typeface="Proxima Nova"/>
                <a:ea typeface="Proxima Nova"/>
                <a:cs typeface="Proxima Nova"/>
                <a:sym typeface="Proxima Nova"/>
              </a:rPr>
              <a:t>PHONE</a:t>
            </a:r>
          </a:p>
        </p:txBody>
      </p:sp>
      <p:sp>
        <p:nvSpPr>
          <p:cNvPr name="TextBox 5" id="5"/>
          <p:cNvSpPr txBox="true"/>
          <p:nvPr/>
        </p:nvSpPr>
        <p:spPr>
          <a:xfrm rot="0">
            <a:off x="13639449" y="6578972"/>
            <a:ext cx="2045251" cy="356323"/>
          </a:xfrm>
          <a:prstGeom prst="rect">
            <a:avLst/>
          </a:prstGeom>
        </p:spPr>
        <p:txBody>
          <a:bodyPr anchor="t" rtlCol="false" tIns="0" lIns="0" bIns="0" rIns="0">
            <a:spAutoFit/>
          </a:bodyPr>
          <a:lstStyle/>
          <a:p>
            <a:pPr algn="l">
              <a:lnSpc>
                <a:spcPts val="2935"/>
              </a:lnSpc>
            </a:pPr>
            <a:r>
              <a:rPr lang="en-US" sz="2096">
                <a:solidFill>
                  <a:srgbClr val="1C0140"/>
                </a:solidFill>
                <a:latin typeface="Proxima Nova"/>
                <a:ea typeface="Proxima Nova"/>
                <a:cs typeface="Proxima Nova"/>
                <a:sym typeface="Proxima Nova"/>
              </a:rPr>
              <a:t>WEBSITE</a:t>
            </a:r>
          </a:p>
        </p:txBody>
      </p:sp>
      <p:sp>
        <p:nvSpPr>
          <p:cNvPr name="TextBox 6" id="6"/>
          <p:cNvSpPr txBox="true"/>
          <p:nvPr/>
        </p:nvSpPr>
        <p:spPr>
          <a:xfrm rot="0">
            <a:off x="8810211" y="5517164"/>
            <a:ext cx="3602915" cy="323303"/>
          </a:xfrm>
          <a:prstGeom prst="rect">
            <a:avLst/>
          </a:prstGeom>
        </p:spPr>
        <p:txBody>
          <a:bodyPr anchor="t" rtlCol="false" tIns="0" lIns="0" bIns="0" rIns="0">
            <a:spAutoFit/>
          </a:bodyPr>
          <a:lstStyle/>
          <a:p>
            <a:pPr algn="l">
              <a:lnSpc>
                <a:spcPts val="2655"/>
              </a:lnSpc>
            </a:pPr>
            <a:r>
              <a:rPr lang="en-US" sz="1896">
                <a:solidFill>
                  <a:srgbClr val="1C0140"/>
                </a:solidFill>
                <a:latin typeface="Proxima Nova"/>
                <a:ea typeface="Proxima Nova"/>
                <a:cs typeface="Proxima Nova"/>
                <a:sym typeface="Proxima Nova"/>
              </a:rPr>
              <a:t>hello@reallygreatsite.com</a:t>
            </a:r>
          </a:p>
        </p:txBody>
      </p:sp>
      <p:sp>
        <p:nvSpPr>
          <p:cNvPr name="TextBox 7" id="7"/>
          <p:cNvSpPr txBox="true"/>
          <p:nvPr/>
        </p:nvSpPr>
        <p:spPr>
          <a:xfrm rot="0">
            <a:off x="8810211" y="7073350"/>
            <a:ext cx="2607118" cy="656678"/>
          </a:xfrm>
          <a:prstGeom prst="rect">
            <a:avLst/>
          </a:prstGeom>
        </p:spPr>
        <p:txBody>
          <a:bodyPr anchor="t" rtlCol="false" tIns="0" lIns="0" bIns="0" rIns="0">
            <a:spAutoFit/>
          </a:bodyPr>
          <a:lstStyle/>
          <a:p>
            <a:pPr algn="l">
              <a:lnSpc>
                <a:spcPts val="2655"/>
              </a:lnSpc>
            </a:pPr>
            <a:r>
              <a:rPr lang="en-US" sz="1896">
                <a:solidFill>
                  <a:srgbClr val="1C0140"/>
                </a:solidFill>
                <a:latin typeface="Proxima Nova"/>
                <a:ea typeface="Proxima Nova"/>
                <a:cs typeface="Proxima Nova"/>
                <a:sym typeface="Proxima Nova"/>
              </a:rPr>
              <a:t>123 Anywhere St., Any City, ST 12345</a:t>
            </a:r>
          </a:p>
        </p:txBody>
      </p:sp>
      <p:sp>
        <p:nvSpPr>
          <p:cNvPr name="TextBox 8" id="8"/>
          <p:cNvSpPr txBox="true"/>
          <p:nvPr/>
        </p:nvSpPr>
        <p:spPr>
          <a:xfrm rot="0">
            <a:off x="13639449" y="5517164"/>
            <a:ext cx="3265615" cy="323303"/>
          </a:xfrm>
          <a:prstGeom prst="rect">
            <a:avLst/>
          </a:prstGeom>
        </p:spPr>
        <p:txBody>
          <a:bodyPr anchor="t" rtlCol="false" tIns="0" lIns="0" bIns="0" rIns="0">
            <a:spAutoFit/>
          </a:bodyPr>
          <a:lstStyle/>
          <a:p>
            <a:pPr algn="l">
              <a:lnSpc>
                <a:spcPts val="2655"/>
              </a:lnSpc>
            </a:pPr>
            <a:r>
              <a:rPr lang="en-US" sz="1896">
                <a:solidFill>
                  <a:srgbClr val="1C0140"/>
                </a:solidFill>
                <a:latin typeface="Proxima Nova"/>
                <a:ea typeface="Proxima Nova"/>
                <a:cs typeface="Proxima Nova"/>
                <a:sym typeface="Proxima Nova"/>
              </a:rPr>
              <a:t>+123-456-7890</a:t>
            </a:r>
          </a:p>
        </p:txBody>
      </p:sp>
      <p:sp>
        <p:nvSpPr>
          <p:cNvPr name="TextBox 9" id="9"/>
          <p:cNvSpPr txBox="true"/>
          <p:nvPr/>
        </p:nvSpPr>
        <p:spPr>
          <a:xfrm rot="0">
            <a:off x="13639449" y="7073350"/>
            <a:ext cx="3265615" cy="323303"/>
          </a:xfrm>
          <a:prstGeom prst="rect">
            <a:avLst/>
          </a:prstGeom>
        </p:spPr>
        <p:txBody>
          <a:bodyPr anchor="t" rtlCol="false" tIns="0" lIns="0" bIns="0" rIns="0">
            <a:spAutoFit/>
          </a:bodyPr>
          <a:lstStyle/>
          <a:p>
            <a:pPr algn="l">
              <a:lnSpc>
                <a:spcPts val="2655"/>
              </a:lnSpc>
            </a:pPr>
            <a:r>
              <a:rPr lang="en-US" sz="1896">
                <a:solidFill>
                  <a:srgbClr val="1C0140"/>
                </a:solidFill>
                <a:latin typeface="Proxima Nova"/>
                <a:ea typeface="Proxima Nova"/>
                <a:cs typeface="Proxima Nova"/>
                <a:sym typeface="Proxima Nova"/>
              </a:rPr>
              <a:t>reallygreatsite.com</a:t>
            </a:r>
          </a:p>
        </p:txBody>
      </p:sp>
      <p:sp>
        <p:nvSpPr>
          <p:cNvPr name="TextBox 10" id="10"/>
          <p:cNvSpPr txBox="true"/>
          <p:nvPr/>
        </p:nvSpPr>
        <p:spPr>
          <a:xfrm rot="0">
            <a:off x="8738241" y="3170032"/>
            <a:ext cx="5923833" cy="1409228"/>
          </a:xfrm>
          <a:prstGeom prst="rect">
            <a:avLst/>
          </a:prstGeom>
        </p:spPr>
        <p:txBody>
          <a:bodyPr anchor="t" rtlCol="false" tIns="0" lIns="0" bIns="0" rIns="0">
            <a:spAutoFit/>
          </a:bodyPr>
          <a:lstStyle/>
          <a:p>
            <a:pPr algn="l">
              <a:lnSpc>
                <a:spcPts val="10131"/>
              </a:lnSpc>
            </a:pPr>
            <a:r>
              <a:rPr lang="en-US" sz="11513" spc="-725" b="true">
                <a:solidFill>
                  <a:srgbClr val="1C0140"/>
                </a:solidFill>
                <a:latin typeface="Proxima Nova Bold"/>
                <a:ea typeface="Proxima Nova Bold"/>
                <a:cs typeface="Proxima Nova Bold"/>
                <a:sym typeface="Proxima Nova Bold"/>
              </a:rPr>
              <a:t>Contact</a:t>
            </a:r>
          </a:p>
        </p:txBody>
      </p:sp>
      <p:sp>
        <p:nvSpPr>
          <p:cNvPr name="Freeform 11" id="11"/>
          <p:cNvSpPr/>
          <p:nvPr/>
        </p:nvSpPr>
        <p:spPr>
          <a:xfrm flipH="false" flipV="false" rot="0">
            <a:off x="-173323" y="3508886"/>
            <a:ext cx="4881562" cy="4766179"/>
          </a:xfrm>
          <a:custGeom>
            <a:avLst/>
            <a:gdLst/>
            <a:ahLst/>
            <a:cxnLst/>
            <a:rect r="r" b="b" t="t" l="l"/>
            <a:pathLst>
              <a:path h="4766179" w="4881562">
                <a:moveTo>
                  <a:pt x="0" y="0"/>
                </a:moveTo>
                <a:lnTo>
                  <a:pt x="4881561" y="0"/>
                </a:lnTo>
                <a:lnTo>
                  <a:pt x="4881561" y="4766180"/>
                </a:lnTo>
                <a:lnTo>
                  <a:pt x="0" y="47661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true" flipV="false" rot="0">
            <a:off x="3371456" y="570787"/>
            <a:ext cx="3375401" cy="4618087"/>
          </a:xfrm>
          <a:custGeom>
            <a:avLst/>
            <a:gdLst/>
            <a:ahLst/>
            <a:cxnLst/>
            <a:rect r="r" b="b" t="t" l="l"/>
            <a:pathLst>
              <a:path h="4618087" w="3375401">
                <a:moveTo>
                  <a:pt x="3375401" y="0"/>
                </a:moveTo>
                <a:lnTo>
                  <a:pt x="0" y="0"/>
                </a:lnTo>
                <a:lnTo>
                  <a:pt x="0" y="4618086"/>
                </a:lnTo>
                <a:lnTo>
                  <a:pt x="3375401" y="4618086"/>
                </a:lnTo>
                <a:lnTo>
                  <a:pt x="3375401"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1675166" y="8509941"/>
            <a:ext cx="4142521" cy="2907297"/>
          </a:xfrm>
          <a:custGeom>
            <a:avLst/>
            <a:gdLst/>
            <a:ahLst/>
            <a:cxnLst/>
            <a:rect r="r" b="b" t="t" l="l"/>
            <a:pathLst>
              <a:path h="2907297" w="4142521">
                <a:moveTo>
                  <a:pt x="0" y="0"/>
                </a:moveTo>
                <a:lnTo>
                  <a:pt x="4142521" y="0"/>
                </a:lnTo>
                <a:lnTo>
                  <a:pt x="4142521" y="2907297"/>
                </a:lnTo>
                <a:lnTo>
                  <a:pt x="0" y="290729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false" flipV="false" rot="0">
            <a:off x="2608797" y="7843555"/>
            <a:ext cx="4900719" cy="3154281"/>
          </a:xfrm>
          <a:custGeom>
            <a:avLst/>
            <a:gdLst/>
            <a:ahLst/>
            <a:cxnLst/>
            <a:rect r="r" b="b" t="t" l="l"/>
            <a:pathLst>
              <a:path h="3154281" w="4900719">
                <a:moveTo>
                  <a:pt x="0" y="0"/>
                </a:moveTo>
                <a:lnTo>
                  <a:pt x="4900719" y="0"/>
                </a:lnTo>
                <a:lnTo>
                  <a:pt x="4900719" y="3154281"/>
                </a:lnTo>
                <a:lnTo>
                  <a:pt x="0" y="315428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5" id="15"/>
          <p:cNvSpPr/>
          <p:nvPr/>
        </p:nvSpPr>
        <p:spPr>
          <a:xfrm flipH="true" flipV="false" rot="0">
            <a:off x="-173323" y="263696"/>
            <a:ext cx="2640678" cy="3752902"/>
          </a:xfrm>
          <a:custGeom>
            <a:avLst/>
            <a:gdLst/>
            <a:ahLst/>
            <a:cxnLst/>
            <a:rect r="r" b="b" t="t" l="l"/>
            <a:pathLst>
              <a:path h="3752902" w="2640678">
                <a:moveTo>
                  <a:pt x="2640678" y="0"/>
                </a:moveTo>
                <a:lnTo>
                  <a:pt x="0" y="0"/>
                </a:lnTo>
                <a:lnTo>
                  <a:pt x="0" y="3752902"/>
                </a:lnTo>
                <a:lnTo>
                  <a:pt x="2640678" y="3752902"/>
                </a:lnTo>
                <a:lnTo>
                  <a:pt x="2640678"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6" id="16"/>
          <p:cNvSpPr/>
          <p:nvPr/>
        </p:nvSpPr>
        <p:spPr>
          <a:xfrm flipH="true" flipV="false" rot="0">
            <a:off x="5444779" y="5599694"/>
            <a:ext cx="1302078" cy="2819460"/>
          </a:xfrm>
          <a:custGeom>
            <a:avLst/>
            <a:gdLst/>
            <a:ahLst/>
            <a:cxnLst/>
            <a:rect r="r" b="b" t="t" l="l"/>
            <a:pathLst>
              <a:path h="2819460" w="1302078">
                <a:moveTo>
                  <a:pt x="1302078" y="0"/>
                </a:moveTo>
                <a:lnTo>
                  <a:pt x="0" y="0"/>
                </a:lnTo>
                <a:lnTo>
                  <a:pt x="0" y="2819460"/>
                </a:lnTo>
                <a:lnTo>
                  <a:pt x="1302078" y="2819460"/>
                </a:lnTo>
                <a:lnTo>
                  <a:pt x="1302078"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9FCDFF"/>
        </a:solidFill>
      </p:bgPr>
    </p:bg>
    <p:spTree>
      <p:nvGrpSpPr>
        <p:cNvPr id="1" name=""/>
        <p:cNvGrpSpPr/>
        <p:nvPr/>
      </p:nvGrpSpPr>
      <p:grpSpPr>
        <a:xfrm>
          <a:off x="0" y="0"/>
          <a:ext cx="0" cy="0"/>
          <a:chOff x="0" y="0"/>
          <a:chExt cx="0" cy="0"/>
        </a:xfrm>
      </p:grpSpPr>
      <p:sp>
        <p:nvSpPr>
          <p:cNvPr name="TextBox 2" id="2"/>
          <p:cNvSpPr txBox="true"/>
          <p:nvPr/>
        </p:nvSpPr>
        <p:spPr>
          <a:xfrm rot="0">
            <a:off x="1426315" y="7717946"/>
            <a:ext cx="7717685" cy="1409228"/>
          </a:xfrm>
          <a:prstGeom prst="rect">
            <a:avLst/>
          </a:prstGeom>
        </p:spPr>
        <p:txBody>
          <a:bodyPr anchor="t" rtlCol="false" tIns="0" lIns="0" bIns="0" rIns="0">
            <a:spAutoFit/>
          </a:bodyPr>
          <a:lstStyle/>
          <a:p>
            <a:pPr algn="l">
              <a:lnSpc>
                <a:spcPts val="10131"/>
              </a:lnSpc>
            </a:pPr>
            <a:r>
              <a:rPr lang="en-US" sz="11513" spc="-725" b="true">
                <a:solidFill>
                  <a:srgbClr val="1C0140"/>
                </a:solidFill>
                <a:latin typeface="Proxima Nova Bold"/>
                <a:ea typeface="Proxima Nova Bold"/>
                <a:cs typeface="Proxima Nova Bold"/>
                <a:sym typeface="Proxima Nova Bold"/>
              </a:rPr>
              <a:t>Thank You</a:t>
            </a:r>
          </a:p>
        </p:txBody>
      </p:sp>
      <p:sp>
        <p:nvSpPr>
          <p:cNvPr name="Freeform 3" id="3"/>
          <p:cNvSpPr/>
          <p:nvPr/>
        </p:nvSpPr>
        <p:spPr>
          <a:xfrm flipH="false" flipV="false" rot="0">
            <a:off x="8212772" y="8251110"/>
            <a:ext cx="7607678" cy="4813586"/>
          </a:xfrm>
          <a:custGeom>
            <a:avLst/>
            <a:gdLst/>
            <a:ahLst/>
            <a:cxnLst/>
            <a:rect r="r" b="b" t="t" l="l"/>
            <a:pathLst>
              <a:path h="4813586" w="7607678">
                <a:moveTo>
                  <a:pt x="0" y="0"/>
                </a:moveTo>
                <a:lnTo>
                  <a:pt x="7607679" y="0"/>
                </a:lnTo>
                <a:lnTo>
                  <a:pt x="7607679" y="4813586"/>
                </a:lnTo>
                <a:lnTo>
                  <a:pt x="0" y="48135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1681933" y="4146056"/>
            <a:ext cx="3292727" cy="5310849"/>
          </a:xfrm>
          <a:custGeom>
            <a:avLst/>
            <a:gdLst/>
            <a:ahLst/>
            <a:cxnLst/>
            <a:rect r="r" b="b" t="t" l="l"/>
            <a:pathLst>
              <a:path h="5310849" w="3292727">
                <a:moveTo>
                  <a:pt x="0" y="0"/>
                </a:moveTo>
                <a:lnTo>
                  <a:pt x="3292727" y="0"/>
                </a:lnTo>
                <a:lnTo>
                  <a:pt x="3292727" y="5310849"/>
                </a:lnTo>
                <a:lnTo>
                  <a:pt x="0" y="531084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5479773" y="6145918"/>
            <a:ext cx="3168214" cy="4813586"/>
          </a:xfrm>
          <a:custGeom>
            <a:avLst/>
            <a:gdLst/>
            <a:ahLst/>
            <a:cxnLst/>
            <a:rect r="r" b="b" t="t" l="l"/>
            <a:pathLst>
              <a:path h="4813586" w="3168214">
                <a:moveTo>
                  <a:pt x="0" y="0"/>
                </a:moveTo>
                <a:lnTo>
                  <a:pt x="3168214" y="0"/>
                </a:lnTo>
                <a:lnTo>
                  <a:pt x="3168214" y="4813585"/>
                </a:lnTo>
                <a:lnTo>
                  <a:pt x="0" y="481358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3798661" y="1432573"/>
            <a:ext cx="2984423" cy="4813586"/>
          </a:xfrm>
          <a:custGeom>
            <a:avLst/>
            <a:gdLst/>
            <a:ahLst/>
            <a:cxnLst/>
            <a:rect r="r" b="b" t="t" l="l"/>
            <a:pathLst>
              <a:path h="4813586" w="2984423">
                <a:moveTo>
                  <a:pt x="0" y="0"/>
                </a:moveTo>
                <a:lnTo>
                  <a:pt x="2984423" y="0"/>
                </a:lnTo>
                <a:lnTo>
                  <a:pt x="2984423" y="4813585"/>
                </a:lnTo>
                <a:lnTo>
                  <a:pt x="0" y="481358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11681933" y="541097"/>
            <a:ext cx="1523200" cy="3298268"/>
          </a:xfrm>
          <a:custGeom>
            <a:avLst/>
            <a:gdLst/>
            <a:ahLst/>
            <a:cxnLst/>
            <a:rect r="r" b="b" t="t" l="l"/>
            <a:pathLst>
              <a:path h="3298268" w="1523200">
                <a:moveTo>
                  <a:pt x="0" y="0"/>
                </a:moveTo>
                <a:lnTo>
                  <a:pt x="1523200" y="0"/>
                </a:lnTo>
                <a:lnTo>
                  <a:pt x="1523200" y="3298268"/>
                </a:lnTo>
                <a:lnTo>
                  <a:pt x="0" y="329826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0">
            <a:off x="9699662" y="4356453"/>
            <a:ext cx="1477446" cy="3199194"/>
          </a:xfrm>
          <a:custGeom>
            <a:avLst/>
            <a:gdLst/>
            <a:ahLst/>
            <a:cxnLst/>
            <a:rect r="r" b="b" t="t" l="l"/>
            <a:pathLst>
              <a:path h="3199194" w="1477446">
                <a:moveTo>
                  <a:pt x="0" y="0"/>
                </a:moveTo>
                <a:lnTo>
                  <a:pt x="1477446" y="0"/>
                </a:lnTo>
                <a:lnTo>
                  <a:pt x="1477446" y="3199195"/>
                </a:lnTo>
                <a:lnTo>
                  <a:pt x="0" y="319919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false" flipV="false" rot="0">
            <a:off x="14974660" y="-787980"/>
            <a:ext cx="2884906" cy="3238159"/>
          </a:xfrm>
          <a:custGeom>
            <a:avLst/>
            <a:gdLst/>
            <a:ahLst/>
            <a:cxnLst/>
            <a:rect r="r" b="b" t="t" l="l"/>
            <a:pathLst>
              <a:path h="3238159" w="2884906">
                <a:moveTo>
                  <a:pt x="0" y="0"/>
                </a:moveTo>
                <a:lnTo>
                  <a:pt x="2884905" y="0"/>
                </a:lnTo>
                <a:lnTo>
                  <a:pt x="2884905" y="3238159"/>
                </a:lnTo>
                <a:lnTo>
                  <a:pt x="0" y="323815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0" id="10"/>
          <p:cNvSpPr txBox="true"/>
          <p:nvPr/>
        </p:nvSpPr>
        <p:spPr>
          <a:xfrm rot="0">
            <a:off x="1426315" y="1623892"/>
            <a:ext cx="4541031" cy="1633825"/>
          </a:xfrm>
          <a:prstGeom prst="rect">
            <a:avLst/>
          </a:prstGeom>
        </p:spPr>
        <p:txBody>
          <a:bodyPr anchor="t" rtlCol="false" tIns="0" lIns="0" bIns="0" rIns="0">
            <a:spAutoFit/>
          </a:bodyPr>
          <a:lstStyle/>
          <a:p>
            <a:pPr algn="l">
              <a:lnSpc>
                <a:spcPts val="6114"/>
              </a:lnSpc>
            </a:pPr>
            <a:r>
              <a:rPr lang="en-US" sz="6948" spc="-437" b="true">
                <a:solidFill>
                  <a:srgbClr val="1C0140"/>
                </a:solidFill>
                <a:latin typeface="Proxima Nova Bold"/>
                <a:ea typeface="Proxima Nova Bold"/>
                <a:cs typeface="Proxima Nova Bold"/>
                <a:sym typeface="Proxima Nova Bold"/>
              </a:rPr>
              <a:t>Technology Startup</a:t>
            </a:r>
          </a:p>
        </p:txBody>
      </p:sp>
      <p:sp>
        <p:nvSpPr>
          <p:cNvPr name="TextBox 11" id="11"/>
          <p:cNvSpPr txBox="true"/>
          <p:nvPr/>
        </p:nvSpPr>
        <p:spPr>
          <a:xfrm rot="0">
            <a:off x="1426315" y="3584570"/>
            <a:ext cx="2555748" cy="254796"/>
          </a:xfrm>
          <a:prstGeom prst="rect">
            <a:avLst/>
          </a:prstGeom>
        </p:spPr>
        <p:txBody>
          <a:bodyPr anchor="t" rtlCol="false" tIns="0" lIns="0" bIns="0" rIns="0">
            <a:spAutoFit/>
          </a:bodyPr>
          <a:lstStyle/>
          <a:p>
            <a:pPr algn="l">
              <a:lnSpc>
                <a:spcPts val="1864"/>
              </a:lnSpc>
            </a:pPr>
            <a:r>
              <a:rPr lang="en-US" b="true" sz="2118" spc="61">
                <a:solidFill>
                  <a:srgbClr val="1C0140"/>
                </a:solidFill>
                <a:latin typeface="Proxima Nova Bold"/>
                <a:ea typeface="Proxima Nova Bold"/>
                <a:cs typeface="Proxima Nova Bold"/>
                <a:sym typeface="Proxima Nova Bold"/>
              </a:rPr>
              <a:t>RIMBERIO TECH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DAHNPLEB0CA</dc:identifier>
  <dcterms:modified xsi:type="dcterms:W3CDTF">2011-08-01T06:04:30Z</dcterms:modified>
  <cp:revision>1</cp:revision>
  <dc:title>Light Blue and Dark Blue Illustration Technology Startup Presentation</dc:title>
</cp:coreProperties>
</file>